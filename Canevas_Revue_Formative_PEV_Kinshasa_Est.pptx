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02" r:id="rId63"/>
    <p:sldId id="303" r:id="rId64"/>
    <p:sldId id="304" r:id="rId65"/>
    <p:sldId id="305" r:id="rId66"/>
    <p:sldId id="306" r:id="rId67"/>
    <p:sldId id="307" r:id="rId68"/>
    <p:sldId id="308" r:id="rId69"/>
    <p:sldId id="309" r:id="rId70"/>
    <p:sldId id="310" r:id="rId71"/>
    <p:sldId id="311" r:id="rId72"/>
    <p:sldId id="312" r:id="rId73"/>
    <p:sldId id="313" r:id="rId74"/>
    <p:sldId id="314" r:id="rId75"/>
    <p:sldId id="315" r:id="rId76"/>
    <p:sldId id="316" r:id="rId77"/>
    <p:sldId id="317" r:id="rId78"/>
    <p:sldId id="318" r:id="rId79"/>
    <p:sldId id="319" r:id="rId80"/>
    <p:sldId id="320" r:id="rId81"/>
    <p:sldId id="267" r:id="rId18"/>
    <p:sldId id="321" r:id="rId82"/>
    <p:sldId id="322" r:id="rId83"/>
    <p:sldId id="323" r:id="rId84"/>
    <p:sldId id="324" r:id="rId85"/>
    <p:sldId id="325" r:id="rId86"/>
    <p:sldId id="326" r:id="rId87"/>
    <p:sldId id="327" r:id="rId88"/>
    <p:sldId id="328" r:id="rId89"/>
    <p:sldId id="329" r:id="rId90"/>
    <p:sldId id="330" r:id="rId91"/>
    <p:sldId id="331" r:id="rId92"/>
    <p:sldId id="332" r:id="rId93"/>
    <p:sldId id="333" r:id="rId94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y="6858000" cx="12192000"/>
  <p:notesSz cx="6858000" cy="9144000"/>
  <p:embeddedFontLst>
    <p:embeddedFont>
      <p:font typeface="Libre Franklin"/>
      <p:regular r:id="rId34"/>
      <p:bold r:id="rId35"/>
      <p:italic r:id="rId36"/>
      <p:boldItalic r:id="rId37"/>
    </p:embeddedFont>
    <p:embeddedFont>
      <p:font typeface="Arimo"/>
      <p:regular r:id="rId38"/>
      <p:bold r:id="rId39"/>
      <p:italic r:id="rId40"/>
      <p:boldItalic r:id="rId41"/>
    </p:embeddedFont>
    <p:embeddedFont>
      <p:font typeface="Arial Black"/>
      <p:regular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ho6MFvxqLBW8QdQPGkuT/2HFhU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99A6F3-D952-429E-B19D-6FA7876C0030}">
  <a:tblStyle styleId="{B499A6F3-D952-429E-B19D-6FA7876C00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48DD74A-A1A7-4777-8AA3-1E47BC875A0D}" styleName="Table_1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E2C20AF3-28AD-4B50-9251-37FC827B966A}" styleName="Table_2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4E6"/>
          </a:solidFill>
        </a:fill>
      </a:tcStyle>
    </a:wholeTbl>
    <a:band1H>
      <a:tcTxStyle/>
      <a:tcStyle>
        <a:fill>
          <a:solidFill>
            <a:srgbClr val="FFE8CA"/>
          </a:solidFill>
        </a:fill>
      </a:tcStyle>
    </a:band1H>
    <a:band2H>
      <a:tcTxStyle/>
    </a:band2H>
    <a:band1V>
      <a:tcTxStyle/>
      <a:tcStyle>
        <a:fill>
          <a:solidFill>
            <a:srgbClr val="FFE8CA"/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254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4E6"/>
          </a:solidFill>
        </a:fill>
      </a:tcStyle>
    </a:lastRow>
    <a:seCell>
      <a:tcTxStyle/>
    </a:seCell>
    <a:swCell>
      <a:tcTxStyle/>
    </a:swCell>
    <a:firstRow>
      <a:tcTxStyle b="on" i="off"/>
      <a:tcStyle>
        <a:fill>
          <a:solidFill>
            <a:srgbClr val="FFF4E6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font" Target="fonts/LibreFranklin-regular.fntdata"/><Relationship Id="rId35" Type="http://schemas.openxmlformats.org/officeDocument/2006/relationships/font" Target="fonts/LibreFranklin-bold.fntdata"/><Relationship Id="rId36" Type="http://schemas.openxmlformats.org/officeDocument/2006/relationships/font" Target="fonts/LibreFranklin-italic.fntdata"/><Relationship Id="rId37" Type="http://schemas.openxmlformats.org/officeDocument/2006/relationships/font" Target="fonts/LibreFranklin-boldItalic.fntdata"/><Relationship Id="rId38" Type="http://schemas.openxmlformats.org/officeDocument/2006/relationships/font" Target="fonts/Arimo-regular.fntdata"/><Relationship Id="rId39" Type="http://schemas.openxmlformats.org/officeDocument/2006/relationships/font" Target="fonts/Arimo-bold.fntdata"/><Relationship Id="rId40" Type="http://schemas.openxmlformats.org/officeDocument/2006/relationships/font" Target="fonts/Arimo-italic.fntdata"/><Relationship Id="rId41" Type="http://schemas.openxmlformats.org/officeDocument/2006/relationships/font" Target="fonts/Arimo-boldItalic.fntdata"/><Relationship Id="rId42" Type="http://schemas.openxmlformats.org/officeDocument/2006/relationships/font" Target="fonts/ArialBlack-regular.fntdata"/><Relationship Id="rId43" Type="http://customschemas.google.com/relationships/presentationmetadata" Target="metadata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Relationship Id="rId51" Type="http://schemas.openxmlformats.org/officeDocument/2006/relationships/slide" Target="slides/slide35.xml"/><Relationship Id="rId52" Type="http://schemas.openxmlformats.org/officeDocument/2006/relationships/slide" Target="slides/slide36.xml"/><Relationship Id="rId53" Type="http://schemas.openxmlformats.org/officeDocument/2006/relationships/slide" Target="slides/slide37.xml"/><Relationship Id="rId54" Type="http://schemas.openxmlformats.org/officeDocument/2006/relationships/slide" Target="slides/slide38.xml"/><Relationship Id="rId55" Type="http://schemas.openxmlformats.org/officeDocument/2006/relationships/slide" Target="slides/slide39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Relationship Id="rId60" Type="http://schemas.openxmlformats.org/officeDocument/2006/relationships/slide" Target="slides/slide44.xml"/><Relationship Id="rId61" Type="http://schemas.openxmlformats.org/officeDocument/2006/relationships/slide" Target="slides/slide45.xml"/><Relationship Id="rId62" Type="http://schemas.openxmlformats.org/officeDocument/2006/relationships/slide" Target="slides/slide46.xml"/><Relationship Id="rId63" Type="http://schemas.openxmlformats.org/officeDocument/2006/relationships/slide" Target="slides/slide47.xml"/><Relationship Id="rId64" Type="http://schemas.openxmlformats.org/officeDocument/2006/relationships/slide" Target="slides/slide48.xml"/><Relationship Id="rId65" Type="http://schemas.openxmlformats.org/officeDocument/2006/relationships/slide" Target="slides/slide49.xml"/><Relationship Id="rId66" Type="http://schemas.openxmlformats.org/officeDocument/2006/relationships/slide" Target="slides/slide50.xml"/><Relationship Id="rId67" Type="http://schemas.openxmlformats.org/officeDocument/2006/relationships/slide" Target="slides/slide51.xml"/><Relationship Id="rId68" Type="http://schemas.openxmlformats.org/officeDocument/2006/relationships/slide" Target="slides/slide52.xml"/><Relationship Id="rId69" Type="http://schemas.openxmlformats.org/officeDocument/2006/relationships/slide" Target="slides/slide53.xml"/><Relationship Id="rId70" Type="http://schemas.openxmlformats.org/officeDocument/2006/relationships/slide" Target="slides/slide54.xml"/><Relationship Id="rId71" Type="http://schemas.openxmlformats.org/officeDocument/2006/relationships/slide" Target="slides/slide55.xml"/><Relationship Id="rId72" Type="http://schemas.openxmlformats.org/officeDocument/2006/relationships/slide" Target="slides/slide56.xml"/><Relationship Id="rId73" Type="http://schemas.openxmlformats.org/officeDocument/2006/relationships/slide" Target="slides/slide57.xml"/><Relationship Id="rId74" Type="http://schemas.openxmlformats.org/officeDocument/2006/relationships/slide" Target="slides/slide58.xml"/><Relationship Id="rId75" Type="http://schemas.openxmlformats.org/officeDocument/2006/relationships/slide" Target="slides/slide59.xml"/><Relationship Id="rId76" Type="http://schemas.openxmlformats.org/officeDocument/2006/relationships/slide" Target="slides/slide60.xml"/><Relationship Id="rId77" Type="http://schemas.openxmlformats.org/officeDocument/2006/relationships/slide" Target="slides/slide61.xml"/><Relationship Id="rId78" Type="http://schemas.openxmlformats.org/officeDocument/2006/relationships/slide" Target="slides/slide62.xml"/><Relationship Id="rId79" Type="http://schemas.openxmlformats.org/officeDocument/2006/relationships/slide" Target="slides/slide63.xml"/><Relationship Id="rId80" Type="http://schemas.openxmlformats.org/officeDocument/2006/relationships/slide" Target="slides/slide64.xml"/><Relationship Id="rId81" Type="http://schemas.openxmlformats.org/officeDocument/2006/relationships/slide" Target="slides/slide65.xml"/><Relationship Id="rId82" Type="http://schemas.openxmlformats.org/officeDocument/2006/relationships/slide" Target="slides/slide66.xml"/><Relationship Id="rId83" Type="http://schemas.openxmlformats.org/officeDocument/2006/relationships/slide" Target="slides/slide67.xml"/><Relationship Id="rId84" Type="http://schemas.openxmlformats.org/officeDocument/2006/relationships/slide" Target="slides/slide68.xml"/><Relationship Id="rId85" Type="http://schemas.openxmlformats.org/officeDocument/2006/relationships/slide" Target="slides/slide69.xml"/><Relationship Id="rId86" Type="http://schemas.openxmlformats.org/officeDocument/2006/relationships/slide" Target="slides/slide70.xml"/><Relationship Id="rId87" Type="http://schemas.openxmlformats.org/officeDocument/2006/relationships/slide" Target="slides/slide71.xml"/><Relationship Id="rId88" Type="http://schemas.openxmlformats.org/officeDocument/2006/relationships/slide" Target="slides/slide72.xml"/><Relationship Id="rId89" Type="http://schemas.openxmlformats.org/officeDocument/2006/relationships/slide" Target="slides/slide73.xml"/><Relationship Id="rId90" Type="http://schemas.openxmlformats.org/officeDocument/2006/relationships/slide" Target="slides/slide74.xml"/><Relationship Id="rId91" Type="http://schemas.openxmlformats.org/officeDocument/2006/relationships/slide" Target="slides/slide75.xml"/><Relationship Id="rId92" Type="http://schemas.openxmlformats.org/officeDocument/2006/relationships/slide" Target="slides/slide76.xml"/><Relationship Id="rId93" Type="http://schemas.openxmlformats.org/officeDocument/2006/relationships/slide" Target="slides/slide77.xml"/><Relationship Id="rId94" Type="http://schemas.openxmlformats.org/officeDocument/2006/relationships/slide" Target="slides/slide7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93.8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95.6</c:v>
                </c:pt>
                <c:pt idx="1">
                  <c:v>92.7</c:v>
                </c:pt>
                <c:pt idx="2">
                  <c:v>78.9</c:v>
                </c:pt>
                <c:pt idx="3">
                  <c:v>93.9</c:v>
                </c:pt>
                <c:pt idx="4">
                  <c:v>91.1</c:v>
                </c:pt>
                <c:pt idx="5">
                  <c:v>72.2</c:v>
                </c:pt>
                <c:pt idx="6">
                  <c:v>95.1</c:v>
                </c:pt>
                <c:pt idx="7">
                  <c:v>95.5</c:v>
                </c:pt>
                <c:pt idx="8">
                  <c:v>100.0</c:v>
                </c:pt>
                <c:pt idx="9">
                  <c:v>92.3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87.5</c:v>
                </c:pt>
                <c:pt idx="1">
                  <c:v>100.0</c:v>
                </c:pt>
                <c:pt idx="2">
                  <c:v>93.8</c:v>
                </c:pt>
                <c:pt idx="3">
                  <c:v>100.0</c:v>
                </c:pt>
                <c:pt idx="4">
                  <c:v>93.8</c:v>
                </c:pt>
                <c:pt idx="5">
                  <c:v>91.7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92.9</c:v>
                </c:pt>
                <c:pt idx="10">
                  <c:v>91.7</c:v>
                </c:pt>
                <c:pt idx="11">
                  <c:v>83.3</c:v>
                </c:pt>
                <c:pt idx="12">
                  <c:v>80.7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78.6</c:v>
                </c:pt>
                <c:pt idx="17">
                  <c:v>100.0</c:v>
                </c:pt>
                <c:pt idx="18">
                  <c:v>100.0</c:v>
                </c:pt>
                <c:pt idx="19">
                  <c:v>91.7</c:v>
                </c:pt>
                <c:pt idx="20">
                  <c:v>76.2</c:v>
                </c:pt>
                <c:pt idx="21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Boma</c:v>
                </c:pt>
                <c:pt idx="1">
                  <c:v>Esanga</c:v>
                </c:pt>
                <c:pt idx="2">
                  <c:v>Kimfuta</c:v>
                </c:pt>
                <c:pt idx="3">
                  <c:v>Kutu</c:v>
                </c:pt>
                <c:pt idx="4">
                  <c:v>Mangana</c:v>
                </c:pt>
                <c:pt idx="5">
                  <c:v>Maviokele</c:v>
                </c:pt>
                <c:pt idx="6">
                  <c:v>Mbuala</c:v>
                </c:pt>
                <c:pt idx="7">
                  <c:v>Nsumabua</c:v>
                </c:pt>
                <c:pt idx="8">
                  <c:v>Salongo</c:v>
                </c:pt>
                <c:pt idx="9">
                  <c:v>17 Mai</c:v>
                </c:pt>
                <c:pt idx="10">
                  <c:v>Atandele</c:v>
                </c:pt>
                <c:pt idx="11">
                  <c:v>Kingasani</c:v>
                </c:pt>
                <c:pt idx="12">
                  <c:v>Lisanga</c:v>
                </c:pt>
                <c:pt idx="13">
                  <c:v>Molende</c:v>
                </c:pt>
                <c:pt idx="14">
                  <c:v>Mulie</c:v>
                </c:pt>
                <c:pt idx="15">
                  <c:v>Nsanga</c:v>
                </c:pt>
                <c:pt idx="16">
                  <c:v>St Paul</c:v>
                </c:pt>
                <c:pt idx="17">
                  <c:v>Basuku</c:v>
                </c:pt>
                <c:pt idx="18">
                  <c:v>Bita</c:v>
                </c:pt>
                <c:pt idx="19">
                  <c:v>Bu</c:v>
                </c:pt>
                <c:pt idx="20">
                  <c:v>Kikimi (Maluku 1)</c:v>
                </c:pt>
                <c:pt idx="21">
                  <c:v>Kimpoko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Boma</c:v>
                </c:pt>
                <c:pt idx="1">
                  <c:v>Esanga</c:v>
                </c:pt>
                <c:pt idx="2">
                  <c:v>Kimfuta</c:v>
                </c:pt>
                <c:pt idx="3">
                  <c:v>Kutu</c:v>
                </c:pt>
                <c:pt idx="4">
                  <c:v>Mangana</c:v>
                </c:pt>
                <c:pt idx="5">
                  <c:v>Maviokele</c:v>
                </c:pt>
                <c:pt idx="6">
                  <c:v>Mbuala</c:v>
                </c:pt>
                <c:pt idx="7">
                  <c:v>Nsumabua</c:v>
                </c:pt>
                <c:pt idx="8">
                  <c:v>Salongo</c:v>
                </c:pt>
                <c:pt idx="9">
                  <c:v>17 Mai</c:v>
                </c:pt>
                <c:pt idx="10">
                  <c:v>Atandele</c:v>
                </c:pt>
                <c:pt idx="11">
                  <c:v>Kingasani</c:v>
                </c:pt>
                <c:pt idx="12">
                  <c:v>Lisanga</c:v>
                </c:pt>
                <c:pt idx="13">
                  <c:v>Molende</c:v>
                </c:pt>
                <c:pt idx="14">
                  <c:v>Mulie</c:v>
                </c:pt>
                <c:pt idx="15">
                  <c:v>Nsanga</c:v>
                </c:pt>
                <c:pt idx="16">
                  <c:v>St Paul</c:v>
                </c:pt>
                <c:pt idx="17">
                  <c:v>Basuku</c:v>
                </c:pt>
                <c:pt idx="18">
                  <c:v>Bita</c:v>
                </c:pt>
                <c:pt idx="19">
                  <c:v>Bu</c:v>
                </c:pt>
                <c:pt idx="20">
                  <c:v>Kikimi (Maluku 1)</c:v>
                </c:pt>
                <c:pt idx="21">
                  <c:v>Kimpoko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82.3</c:v>
                </c:pt>
                <c:pt idx="1">
                  <c:v>68.2</c:v>
                </c:pt>
                <c:pt idx="2">
                  <c:v>82.1</c:v>
                </c:pt>
                <c:pt idx="3">
                  <c:v>84.5</c:v>
                </c:pt>
                <c:pt idx="4">
                  <c:v>63.5</c:v>
                </c:pt>
                <c:pt idx="5">
                  <c:v>81.2</c:v>
                </c:pt>
                <c:pt idx="6">
                  <c:v>80.0</c:v>
                </c:pt>
                <c:pt idx="7">
                  <c:v>80.0</c:v>
                </c:pt>
                <c:pt idx="8">
                  <c:v>91.7</c:v>
                </c:pt>
                <c:pt idx="9">
                  <c:v>100.0</c:v>
                </c:pt>
                <c:pt idx="10">
                  <c:v>80.0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87.5</c:v>
                </c:pt>
                <c:pt idx="15">
                  <c:v>100.0</c:v>
                </c:pt>
                <c:pt idx="16">
                  <c:v>83.3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75.0</c:v>
                </c:pt>
                <c:pt idx="21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Kingankati</c:v>
                </c:pt>
                <c:pt idx="1">
                  <c:v>Kingankati 2</c:v>
                </c:pt>
                <c:pt idx="2">
                  <c:v>Maluku</c:v>
                </c:pt>
                <c:pt idx="3">
                  <c:v>Mangegenge</c:v>
                </c:pt>
                <c:pt idx="4">
                  <c:v>Mayindombe1</c:v>
                </c:pt>
                <c:pt idx="5">
                  <c:v>Mayindombe2</c:v>
                </c:pt>
                <c:pt idx="6">
                  <c:v>Menkao</c:v>
                </c:pt>
                <c:pt idx="7">
                  <c:v>Monako</c:v>
                </c:pt>
                <c:pt idx="8">
                  <c:v>Ngana</c:v>
                </c:pt>
                <c:pt idx="9">
                  <c:v>Nguma 1</c:v>
                </c:pt>
                <c:pt idx="10">
                  <c:v>Nguma 2</c:v>
                </c:pt>
                <c:pt idx="11">
                  <c:v>Bukana</c:v>
                </c:pt>
                <c:pt idx="12">
                  <c:v>Busira</c:v>
                </c:pt>
                <c:pt idx="13">
                  <c:v>Dumi</c:v>
                </c:pt>
                <c:pt idx="14">
                  <c:v>Kingawa</c:v>
                </c:pt>
                <c:pt idx="15">
                  <c:v>Kinguala</c:v>
                </c:pt>
                <c:pt idx="16">
                  <c:v>Mampu</c:v>
                </c:pt>
                <c:pt idx="17">
                  <c:v>Mbankana</c:v>
                </c:pt>
                <c:pt idx="18">
                  <c:v>Mbete</c:v>
                </c:pt>
                <c:pt idx="19">
                  <c:v>Mongata</c:v>
                </c:pt>
                <c:pt idx="20">
                  <c:v>Nkieme</c:v>
                </c:pt>
                <c:pt idx="21">
                  <c:v>Yoso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75.0</c:v>
                </c:pt>
                <c:pt idx="15">
                  <c:v>100.0</c:v>
                </c:pt>
                <c:pt idx="16">
                  <c:v>75.0</c:v>
                </c:pt>
                <c:pt idx="17">
                  <c:v>100.0</c:v>
                </c:pt>
                <c:pt idx="18">
                  <c:v>75.0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Kingankati</c:v>
                </c:pt>
                <c:pt idx="1">
                  <c:v>Kingankati 2</c:v>
                </c:pt>
                <c:pt idx="2">
                  <c:v>Maluku</c:v>
                </c:pt>
                <c:pt idx="3">
                  <c:v>Mangegenge</c:v>
                </c:pt>
                <c:pt idx="4">
                  <c:v>Mayindombe1</c:v>
                </c:pt>
                <c:pt idx="5">
                  <c:v>Mayindombe2</c:v>
                </c:pt>
                <c:pt idx="6">
                  <c:v>Menkao</c:v>
                </c:pt>
                <c:pt idx="7">
                  <c:v>Monako</c:v>
                </c:pt>
                <c:pt idx="8">
                  <c:v>Ngana</c:v>
                </c:pt>
                <c:pt idx="9">
                  <c:v>Nguma 1</c:v>
                </c:pt>
                <c:pt idx="10">
                  <c:v>Nguma 2</c:v>
                </c:pt>
                <c:pt idx="11">
                  <c:v>Bukana</c:v>
                </c:pt>
                <c:pt idx="12">
                  <c:v>Busira</c:v>
                </c:pt>
                <c:pt idx="13">
                  <c:v>Dumi</c:v>
                </c:pt>
                <c:pt idx="14">
                  <c:v>Kingawa</c:v>
                </c:pt>
                <c:pt idx="15">
                  <c:v>Kinguala</c:v>
                </c:pt>
                <c:pt idx="16">
                  <c:v>Mampu</c:v>
                </c:pt>
                <c:pt idx="17">
                  <c:v>Mbankana</c:v>
                </c:pt>
                <c:pt idx="18">
                  <c:v>Mbete</c:v>
                </c:pt>
                <c:pt idx="19">
                  <c:v>Mongata</c:v>
                </c:pt>
                <c:pt idx="20">
                  <c:v>Nkieme</c:v>
                </c:pt>
                <c:pt idx="21">
                  <c:v>Yoso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83.3</c:v>
                </c:pt>
                <c:pt idx="1">
                  <c:v>100.0</c:v>
                </c:pt>
                <c:pt idx="2">
                  <c:v>93.8</c:v>
                </c:pt>
                <c:pt idx="3">
                  <c:v>62.5</c:v>
                </c:pt>
                <c:pt idx="4">
                  <c:v>100.0</c:v>
                </c:pt>
                <c:pt idx="5">
                  <c:v>100.0</c:v>
                </c:pt>
                <c:pt idx="6">
                  <c:v>87.5</c:v>
                </c:pt>
                <c:pt idx="7">
                  <c:v>81.2</c:v>
                </c:pt>
                <c:pt idx="8">
                  <c:v>100.0</c:v>
                </c:pt>
                <c:pt idx="9">
                  <c:v>100.0</c:v>
                </c:pt>
                <c:pt idx="10">
                  <c:v>75.0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50.0</c:v>
                </c:pt>
                <c:pt idx="15">
                  <c:v>100.0</c:v>
                </c:pt>
                <c:pt idx="16">
                  <c:v>50.0</c:v>
                </c:pt>
                <c:pt idx="17">
                  <c:v>41.7</c:v>
                </c:pt>
                <c:pt idx="18">
                  <c:v>25.0</c:v>
                </c:pt>
                <c:pt idx="19">
                  <c:v>100.0</c:v>
                </c:pt>
                <c:pt idx="20">
                  <c:v>25.0</c:v>
                </c:pt>
                <c:pt idx="21">
                  <c:v>75.0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Yuo</c:v>
                </c:pt>
                <c:pt idx="1">
                  <c:v>Abattoire 1</c:v>
                </c:pt>
                <c:pt idx="2">
                  <c:v>Abattoire 2</c:v>
                </c:pt>
                <c:pt idx="3">
                  <c:v>Boba</c:v>
                </c:pt>
                <c:pt idx="4">
                  <c:v>Efoloko</c:v>
                </c:pt>
                <c:pt idx="5">
                  <c:v>Imbali</c:v>
                </c:pt>
                <c:pt idx="6">
                  <c:v>Kimbangu</c:v>
                </c:pt>
                <c:pt idx="7">
                  <c:v>Mfumu Nsuka 1</c:v>
                </c:pt>
                <c:pt idx="8">
                  <c:v>Mfumu Nsuka 2</c:v>
                </c:pt>
                <c:pt idx="9">
                  <c:v>Nzuzi Wa Mbombo</c:v>
                </c:pt>
                <c:pt idx="10">
                  <c:v>Sans Fils</c:v>
                </c:pt>
                <c:pt idx="11">
                  <c:v>Tshiangu</c:v>
                </c:pt>
                <c:pt idx="12">
                  <c:v>Télévision</c:v>
                </c:pt>
                <c:pt idx="13">
                  <c:v>Congo</c:v>
                </c:pt>
                <c:pt idx="14">
                  <c:v>Kasai</c:v>
                </c:pt>
                <c:pt idx="15">
                  <c:v>Kivu</c:v>
                </c:pt>
                <c:pt idx="16">
                  <c:v>Lokari</c:v>
                </c:pt>
                <c:pt idx="17">
                  <c:v>Lubamba</c:v>
                </c:pt>
                <c:pt idx="18">
                  <c:v>Mafuta Kizola</c:v>
                </c:pt>
                <c:pt idx="19">
                  <c:v>Mandiangu</c:v>
                </c:pt>
                <c:pt idx="20">
                  <c:v>Mapela</c:v>
                </c:pt>
                <c:pt idx="21">
                  <c:v>Matadi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Yuo</c:v>
                </c:pt>
                <c:pt idx="1">
                  <c:v>Abattoire 1</c:v>
                </c:pt>
                <c:pt idx="2">
                  <c:v>Abattoire 2</c:v>
                </c:pt>
                <c:pt idx="3">
                  <c:v>Boba</c:v>
                </c:pt>
                <c:pt idx="4">
                  <c:v>Efoloko</c:v>
                </c:pt>
                <c:pt idx="5">
                  <c:v>Imbali</c:v>
                </c:pt>
                <c:pt idx="6">
                  <c:v>Kimbangu</c:v>
                </c:pt>
                <c:pt idx="7">
                  <c:v>Mfumu Nsuka 1</c:v>
                </c:pt>
                <c:pt idx="8">
                  <c:v>Mfumu Nsuka 2</c:v>
                </c:pt>
                <c:pt idx="9">
                  <c:v>Nzuzi Wa Mbombo</c:v>
                </c:pt>
                <c:pt idx="10">
                  <c:v>Sans Fils</c:v>
                </c:pt>
                <c:pt idx="11">
                  <c:v>Tshiangu</c:v>
                </c:pt>
                <c:pt idx="12">
                  <c:v>Télévision</c:v>
                </c:pt>
                <c:pt idx="13">
                  <c:v>Congo</c:v>
                </c:pt>
                <c:pt idx="14">
                  <c:v>Kasai</c:v>
                </c:pt>
                <c:pt idx="15">
                  <c:v>Kivu</c:v>
                </c:pt>
                <c:pt idx="16">
                  <c:v>Lokari</c:v>
                </c:pt>
                <c:pt idx="17">
                  <c:v>Lubamba</c:v>
                </c:pt>
                <c:pt idx="18">
                  <c:v>Mafuta Kizola</c:v>
                </c:pt>
                <c:pt idx="19">
                  <c:v>Mandiangu</c:v>
                </c:pt>
                <c:pt idx="20">
                  <c:v>Mapela</c:v>
                </c:pt>
                <c:pt idx="21">
                  <c:v>Matadi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85.7</c:v>
                </c:pt>
                <c:pt idx="4">
                  <c:v>100.0</c:v>
                </c:pt>
                <c:pt idx="5">
                  <c:v>90.0</c:v>
                </c:pt>
                <c:pt idx="6">
                  <c:v>100.0</c:v>
                </c:pt>
                <c:pt idx="7">
                  <c:v>100.0</c:v>
                </c:pt>
                <c:pt idx="8">
                  <c:v>91.7</c:v>
                </c:pt>
                <c:pt idx="9">
                  <c:v>94.4</c:v>
                </c:pt>
                <c:pt idx="10">
                  <c:v>98.7</c:v>
                </c:pt>
                <c:pt idx="11">
                  <c:v>92.9</c:v>
                </c:pt>
                <c:pt idx="12">
                  <c:v>87.5</c:v>
                </c:pt>
                <c:pt idx="13">
                  <c:v>91.7</c:v>
                </c:pt>
                <c:pt idx="14">
                  <c:v>100.0</c:v>
                </c:pt>
                <c:pt idx="15">
                  <c:v>95.0</c:v>
                </c:pt>
                <c:pt idx="16">
                  <c:v>89.3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97.5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Pelende</c:v>
                </c:pt>
                <c:pt idx="1">
                  <c:v>Tshuenge</c:v>
                </c:pt>
                <c:pt idx="2">
                  <c:v>Quartier 1</c:v>
                </c:pt>
                <c:pt idx="3">
                  <c:v>Quartier 10</c:v>
                </c:pt>
                <c:pt idx="4">
                  <c:v>Quartier 11</c:v>
                </c:pt>
                <c:pt idx="5">
                  <c:v>Quartier 12</c:v>
                </c:pt>
                <c:pt idx="6">
                  <c:v>Quartier 13 A</c:v>
                </c:pt>
                <c:pt idx="7">
                  <c:v>Quartier 13 B</c:v>
                </c:pt>
                <c:pt idx="8">
                  <c:v>Quartier 2</c:v>
                </c:pt>
                <c:pt idx="9">
                  <c:v>Quartier 3</c:v>
                </c:pt>
                <c:pt idx="10">
                  <c:v>Quartier 4</c:v>
                </c:pt>
                <c:pt idx="11">
                  <c:v>Quartier 5</c:v>
                </c:pt>
                <c:pt idx="12">
                  <c:v>Quartier 6</c:v>
                </c:pt>
                <c:pt idx="13">
                  <c:v>Quartier 7</c:v>
                </c:pt>
                <c:pt idx="14">
                  <c:v>Quartier 8</c:v>
                </c:pt>
                <c:pt idx="15">
                  <c:v>Quartier 9</c:v>
                </c:pt>
                <c:pt idx="16">
                  <c:v>Badara</c:v>
                </c:pt>
                <c:pt idx="17">
                  <c:v>Bahumbu 1</c:v>
                </c:pt>
                <c:pt idx="18">
                  <c:v>Bahumbu 2</c:v>
                </c:pt>
                <c:pt idx="19">
                  <c:v>Bibwa</c:v>
                </c:pt>
                <c:pt idx="20">
                  <c:v>Buma</c:v>
                </c:pt>
                <c:pt idx="21">
                  <c:v>Dingidingi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Pelende</c:v>
                </c:pt>
                <c:pt idx="1">
                  <c:v>Tshuenge</c:v>
                </c:pt>
                <c:pt idx="2">
                  <c:v>Quartier 1</c:v>
                </c:pt>
                <c:pt idx="3">
                  <c:v>Quartier 10</c:v>
                </c:pt>
                <c:pt idx="4">
                  <c:v>Quartier 11</c:v>
                </c:pt>
                <c:pt idx="5">
                  <c:v>Quartier 12</c:v>
                </c:pt>
                <c:pt idx="6">
                  <c:v>Quartier 13 A</c:v>
                </c:pt>
                <c:pt idx="7">
                  <c:v>Quartier 13 B</c:v>
                </c:pt>
                <c:pt idx="8">
                  <c:v>Quartier 2</c:v>
                </c:pt>
                <c:pt idx="9">
                  <c:v>Quartier 3</c:v>
                </c:pt>
                <c:pt idx="10">
                  <c:v>Quartier 4</c:v>
                </c:pt>
                <c:pt idx="11">
                  <c:v>Quartier 5</c:v>
                </c:pt>
                <c:pt idx="12">
                  <c:v>Quartier 6</c:v>
                </c:pt>
                <c:pt idx="13">
                  <c:v>Quartier 7</c:v>
                </c:pt>
                <c:pt idx="14">
                  <c:v>Quartier 8</c:v>
                </c:pt>
                <c:pt idx="15">
                  <c:v>Quartier 9</c:v>
                </c:pt>
                <c:pt idx="16">
                  <c:v>Badara</c:v>
                </c:pt>
                <c:pt idx="17">
                  <c:v>Bahumbu 1</c:v>
                </c:pt>
                <c:pt idx="18">
                  <c:v>Bahumbu 2</c:v>
                </c:pt>
                <c:pt idx="19">
                  <c:v>Bibwa</c:v>
                </c:pt>
                <c:pt idx="20">
                  <c:v>Buma</c:v>
                </c:pt>
                <c:pt idx="21">
                  <c:v>Dingidingi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93.8</c:v>
                </c:pt>
                <c:pt idx="1">
                  <c:v>83.8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80.7</c:v>
                </c:pt>
                <c:pt idx="18">
                  <c:v>87.5</c:v>
                </c:pt>
                <c:pt idx="19">
                  <c:v>83.3</c:v>
                </c:pt>
                <c:pt idx="20">
                  <c:v>100.0</c:v>
                </c:pt>
                <c:pt idx="21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Fleuve</c:v>
                </c:pt>
                <c:pt idx="1">
                  <c:v>Kindobo</c:v>
                </c:pt>
                <c:pt idx="2">
                  <c:v>Mikala</c:v>
                </c:pt>
                <c:pt idx="3">
                  <c:v>Mikondo (Nsele)</c:v>
                </c:pt>
                <c:pt idx="4">
                  <c:v>Mikonga</c:v>
                </c:pt>
                <c:pt idx="5">
                  <c:v>Mpasa 1</c:v>
                </c:pt>
                <c:pt idx="6">
                  <c:v>Mpasa 2</c:v>
                </c:pt>
                <c:pt idx="7">
                  <c:v>Nsele</c:v>
                </c:pt>
                <c:pt idx="8">
                  <c:v>Pecheur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Fleuve</c:v>
                </c:pt>
                <c:pt idx="1">
                  <c:v>Kindobo</c:v>
                </c:pt>
                <c:pt idx="2">
                  <c:v>Mikala</c:v>
                </c:pt>
                <c:pt idx="3">
                  <c:v>Mikondo (Nsele)</c:v>
                </c:pt>
                <c:pt idx="4">
                  <c:v>Mikonga</c:v>
                </c:pt>
                <c:pt idx="5">
                  <c:v>Mpasa 1</c:v>
                </c:pt>
                <c:pt idx="6">
                  <c:v>Mpasa 2</c:v>
                </c:pt>
                <c:pt idx="7">
                  <c:v>Nsele</c:v>
                </c:pt>
                <c:pt idx="8">
                  <c:v>Pecheur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100.0</c:v>
                </c:pt>
                <c:pt idx="2">
                  <c:v>91.7</c:v>
                </c:pt>
                <c:pt idx="3">
                  <c:v>87.5</c:v>
                </c:pt>
                <c:pt idx="4">
                  <c:v>92.9</c:v>
                </c:pt>
                <c:pt idx="5">
                  <c:v>83.3</c:v>
                </c:pt>
                <c:pt idx="6">
                  <c:v>77.1</c:v>
                </c:pt>
                <c:pt idx="7">
                  <c:v>100.0</c:v>
                </c:pt>
                <c:pt idx="8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440</c:v>
                </c:pt>
                <c:pt idx="1">
                  <c:v>184</c:v>
                </c:pt>
                <c:pt idx="2">
                  <c:v>602</c:v>
                </c:pt>
                <c:pt idx="3">
                  <c:v>1021</c:v>
                </c:pt>
                <c:pt idx="4">
                  <c:v>137</c:v>
                </c:pt>
                <c:pt idx="5">
                  <c:v>433</c:v>
                </c:pt>
                <c:pt idx="6">
                  <c:v>475</c:v>
                </c:pt>
                <c:pt idx="7">
                  <c:v>734</c:v>
                </c:pt>
                <c:pt idx="8">
                  <c:v>1190</c:v>
                </c:pt>
                <c:pt idx="9">
                  <c:v>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763</c:v>
                </c:pt>
                <c:pt idx="1">
                  <c:v>380</c:v>
                </c:pt>
                <c:pt idx="2">
                  <c:v>760</c:v>
                </c:pt>
                <c:pt idx="3">
                  <c:v>1204</c:v>
                </c:pt>
                <c:pt idx="4">
                  <c:v>296</c:v>
                </c:pt>
                <c:pt idx="5">
                  <c:v>448</c:v>
                </c:pt>
                <c:pt idx="6">
                  <c:v>630</c:v>
                </c:pt>
                <c:pt idx="7">
                  <c:v>895</c:v>
                </c:pt>
                <c:pt idx="8">
                  <c:v>1378</c:v>
                </c:pt>
                <c:pt idx="9">
                  <c:v>1048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</c:v>
                </c:pt>
                <c:pt idx="1">
                  <c:v>55</c:v>
                </c:pt>
                <c:pt idx="2">
                  <c:v>105</c:v>
                </c:pt>
                <c:pt idx="3">
                  <c:v>36</c:v>
                </c:pt>
                <c:pt idx="4">
                  <c:v>91</c:v>
                </c:pt>
                <c:pt idx="5">
                  <c:v>14</c:v>
                </c:pt>
                <c:pt idx="6">
                  <c:v>0</c:v>
                </c:pt>
                <c:pt idx="7">
                  <c:v>24</c:v>
                </c:pt>
                <c:pt idx="8">
                  <c:v>39</c:v>
                </c:pt>
                <c:pt idx="9">
                  <c:v>21</c:v>
                </c:pt>
                <c:pt idx="10">
                  <c:v>4</c:v>
                </c:pt>
                <c:pt idx="11">
                  <c:v>48</c:v>
                </c:pt>
                <c:pt idx="12">
                  <c:v>27</c:v>
                </c:pt>
                <c:pt idx="13">
                  <c:v>3</c:v>
                </c:pt>
                <c:pt idx="14">
                  <c:v>42</c:v>
                </c:pt>
                <c:pt idx="15">
                  <c:v>52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13</c:v>
                </c:pt>
                <c:pt idx="20">
                  <c:v>47</c:v>
                </c:pt>
                <c:pt idx="2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118</c:v>
                </c:pt>
                <c:pt idx="1">
                  <c:v>92</c:v>
                </c:pt>
                <c:pt idx="2">
                  <c:v>151</c:v>
                </c:pt>
                <c:pt idx="3">
                  <c:v>70</c:v>
                </c:pt>
                <c:pt idx="4">
                  <c:v>104</c:v>
                </c:pt>
                <c:pt idx="5">
                  <c:v>43</c:v>
                </c:pt>
                <c:pt idx="6">
                  <c:v>9</c:v>
                </c:pt>
                <c:pt idx="7">
                  <c:v>76</c:v>
                </c:pt>
                <c:pt idx="8">
                  <c:v>17</c:v>
                </c:pt>
                <c:pt idx="9">
                  <c:v>49</c:v>
                </c:pt>
                <c:pt idx="10">
                  <c:v>34</c:v>
                </c:pt>
                <c:pt idx="11">
                  <c:v>48</c:v>
                </c:pt>
                <c:pt idx="12">
                  <c:v>73</c:v>
                </c:pt>
                <c:pt idx="13">
                  <c:v>4</c:v>
                </c:pt>
                <c:pt idx="14">
                  <c:v>105</c:v>
                </c:pt>
                <c:pt idx="15">
                  <c:v>114</c:v>
                </c:pt>
                <c:pt idx="16">
                  <c:v>0</c:v>
                </c:pt>
                <c:pt idx="17">
                  <c:v>0</c:v>
                </c:pt>
                <c:pt idx="18">
                  <c:v>13</c:v>
                </c:pt>
                <c:pt idx="19">
                  <c:v>23</c:v>
                </c:pt>
                <c:pt idx="20">
                  <c:v>51</c:v>
                </c:pt>
                <c:pt idx="2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Boma</c:v>
                </c:pt>
                <c:pt idx="1">
                  <c:v>Esanga</c:v>
                </c:pt>
                <c:pt idx="2">
                  <c:v>Kimfuta</c:v>
                </c:pt>
                <c:pt idx="3">
                  <c:v>Kutu</c:v>
                </c:pt>
                <c:pt idx="4">
                  <c:v>Mangana</c:v>
                </c:pt>
                <c:pt idx="5">
                  <c:v>Maviokele</c:v>
                </c:pt>
                <c:pt idx="6">
                  <c:v>Mbuala</c:v>
                </c:pt>
                <c:pt idx="7">
                  <c:v>Nsumabua</c:v>
                </c:pt>
                <c:pt idx="8">
                  <c:v>Salongo</c:v>
                </c:pt>
                <c:pt idx="9">
                  <c:v>17 Mai</c:v>
                </c:pt>
                <c:pt idx="10">
                  <c:v>Atandele</c:v>
                </c:pt>
                <c:pt idx="11">
                  <c:v>Kingasani</c:v>
                </c:pt>
                <c:pt idx="12">
                  <c:v>Lisanga</c:v>
                </c:pt>
                <c:pt idx="13">
                  <c:v>Molende</c:v>
                </c:pt>
                <c:pt idx="14">
                  <c:v>Mulie</c:v>
                </c:pt>
                <c:pt idx="15">
                  <c:v>Nsanga</c:v>
                </c:pt>
                <c:pt idx="16">
                  <c:v>St Paul</c:v>
                </c:pt>
                <c:pt idx="17">
                  <c:v>Basuku</c:v>
                </c:pt>
                <c:pt idx="18">
                  <c:v>Bita</c:v>
                </c:pt>
                <c:pt idx="19">
                  <c:v>Bu</c:v>
                </c:pt>
                <c:pt idx="20">
                  <c:v>Kikimi (Maluku 1)</c:v>
                </c:pt>
                <c:pt idx="21">
                  <c:v>Kimpoko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106</c:v>
                </c:pt>
                <c:pt idx="1">
                  <c:v>177</c:v>
                </c:pt>
                <c:pt idx="2">
                  <c:v>0</c:v>
                </c:pt>
                <c:pt idx="3">
                  <c:v>11</c:v>
                </c:pt>
                <c:pt idx="4">
                  <c:v>137</c:v>
                </c:pt>
                <c:pt idx="5">
                  <c:v>0</c:v>
                </c:pt>
                <c:pt idx="6">
                  <c:v>1</c:v>
                </c:pt>
                <c:pt idx="7">
                  <c:v>124</c:v>
                </c:pt>
                <c:pt idx="8">
                  <c:v>0</c:v>
                </c:pt>
                <c:pt idx="9">
                  <c:v>1</c:v>
                </c:pt>
                <c:pt idx="10">
                  <c:v>53</c:v>
                </c:pt>
                <c:pt idx="11">
                  <c:v>50</c:v>
                </c:pt>
                <c:pt idx="12">
                  <c:v>150</c:v>
                </c:pt>
                <c:pt idx="13">
                  <c:v>274</c:v>
                </c:pt>
                <c:pt idx="14">
                  <c:v>226</c:v>
                </c:pt>
                <c:pt idx="15">
                  <c:v>194</c:v>
                </c:pt>
                <c:pt idx="16">
                  <c:v>74</c:v>
                </c:pt>
                <c:pt idx="17">
                  <c:v>17</c:v>
                </c:pt>
                <c:pt idx="18">
                  <c:v>1</c:v>
                </c:pt>
                <c:pt idx="19">
                  <c:v>0</c:v>
                </c:pt>
                <c:pt idx="20">
                  <c:v>0</c:v>
                </c:pt>
                <c:pt idx="21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Boma</c:v>
                </c:pt>
                <c:pt idx="1">
                  <c:v>Esanga</c:v>
                </c:pt>
                <c:pt idx="2">
                  <c:v>Kimfuta</c:v>
                </c:pt>
                <c:pt idx="3">
                  <c:v>Kutu</c:v>
                </c:pt>
                <c:pt idx="4">
                  <c:v>Mangana</c:v>
                </c:pt>
                <c:pt idx="5">
                  <c:v>Maviokele</c:v>
                </c:pt>
                <c:pt idx="6">
                  <c:v>Mbuala</c:v>
                </c:pt>
                <c:pt idx="7">
                  <c:v>Nsumabua</c:v>
                </c:pt>
                <c:pt idx="8">
                  <c:v>Salongo</c:v>
                </c:pt>
                <c:pt idx="9">
                  <c:v>17 Mai</c:v>
                </c:pt>
                <c:pt idx="10">
                  <c:v>Atandele</c:v>
                </c:pt>
                <c:pt idx="11">
                  <c:v>Kingasani</c:v>
                </c:pt>
                <c:pt idx="12">
                  <c:v>Lisanga</c:v>
                </c:pt>
                <c:pt idx="13">
                  <c:v>Molende</c:v>
                </c:pt>
                <c:pt idx="14">
                  <c:v>Mulie</c:v>
                </c:pt>
                <c:pt idx="15">
                  <c:v>Nsanga</c:v>
                </c:pt>
                <c:pt idx="16">
                  <c:v>St Paul</c:v>
                </c:pt>
                <c:pt idx="17">
                  <c:v>Basuku</c:v>
                </c:pt>
                <c:pt idx="18">
                  <c:v>Bita</c:v>
                </c:pt>
                <c:pt idx="19">
                  <c:v>Bu</c:v>
                </c:pt>
                <c:pt idx="20">
                  <c:v>Kikimi (Maluku 1)</c:v>
                </c:pt>
                <c:pt idx="21">
                  <c:v>Kimpoko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112</c:v>
                </c:pt>
                <c:pt idx="1">
                  <c:v>183</c:v>
                </c:pt>
                <c:pt idx="2">
                  <c:v>87</c:v>
                </c:pt>
                <c:pt idx="3">
                  <c:v>28</c:v>
                </c:pt>
                <c:pt idx="4">
                  <c:v>151</c:v>
                </c:pt>
                <c:pt idx="5">
                  <c:v>0</c:v>
                </c:pt>
                <c:pt idx="6">
                  <c:v>11</c:v>
                </c:pt>
                <c:pt idx="7">
                  <c:v>137</c:v>
                </c:pt>
                <c:pt idx="8">
                  <c:v>0</c:v>
                </c:pt>
                <c:pt idx="9">
                  <c:v>11</c:v>
                </c:pt>
                <c:pt idx="10">
                  <c:v>53</c:v>
                </c:pt>
                <c:pt idx="11">
                  <c:v>73</c:v>
                </c:pt>
                <c:pt idx="12">
                  <c:v>126</c:v>
                </c:pt>
                <c:pt idx="13">
                  <c:v>382</c:v>
                </c:pt>
                <c:pt idx="14">
                  <c:v>238</c:v>
                </c:pt>
                <c:pt idx="15">
                  <c:v>216</c:v>
                </c:pt>
                <c:pt idx="16">
                  <c:v>107</c:v>
                </c:pt>
                <c:pt idx="17">
                  <c:v>16</c:v>
                </c:pt>
                <c:pt idx="18">
                  <c:v>2</c:v>
                </c:pt>
                <c:pt idx="19">
                  <c:v>0</c:v>
                </c:pt>
                <c:pt idx="20">
                  <c:v>25</c:v>
                </c:pt>
                <c:pt idx="21">
                  <c:v>52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Kingankati</c:v>
                </c:pt>
                <c:pt idx="1">
                  <c:v>Kingankati 2</c:v>
                </c:pt>
                <c:pt idx="2">
                  <c:v>Maluku</c:v>
                </c:pt>
                <c:pt idx="3">
                  <c:v>Mangegenge</c:v>
                </c:pt>
                <c:pt idx="4">
                  <c:v>Mayindombe1</c:v>
                </c:pt>
                <c:pt idx="5">
                  <c:v>Mayindombe2</c:v>
                </c:pt>
                <c:pt idx="6">
                  <c:v>Menkao</c:v>
                </c:pt>
                <c:pt idx="7">
                  <c:v>Monako</c:v>
                </c:pt>
                <c:pt idx="8">
                  <c:v>Ngana</c:v>
                </c:pt>
                <c:pt idx="9">
                  <c:v>Nguma 1</c:v>
                </c:pt>
                <c:pt idx="10">
                  <c:v>Nguma 2</c:v>
                </c:pt>
                <c:pt idx="11">
                  <c:v>Bukana</c:v>
                </c:pt>
                <c:pt idx="12">
                  <c:v>Busira</c:v>
                </c:pt>
                <c:pt idx="13">
                  <c:v>Dumi</c:v>
                </c:pt>
                <c:pt idx="14">
                  <c:v>Kingawa</c:v>
                </c:pt>
                <c:pt idx="15">
                  <c:v>Kinguala</c:v>
                </c:pt>
                <c:pt idx="16">
                  <c:v>Mampu</c:v>
                </c:pt>
                <c:pt idx="17">
                  <c:v>Mbankana</c:v>
                </c:pt>
                <c:pt idx="18">
                  <c:v>Mbete</c:v>
                </c:pt>
                <c:pt idx="19">
                  <c:v>Mongata</c:v>
                </c:pt>
                <c:pt idx="20">
                  <c:v>Nkieme</c:v>
                </c:pt>
                <c:pt idx="21">
                  <c:v>Yoso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</c:v>
                </c:pt>
                <c:pt idx="1">
                  <c:v>51</c:v>
                </c:pt>
                <c:pt idx="2">
                  <c:v>0</c:v>
                </c:pt>
                <c:pt idx="3">
                  <c:v>1</c:v>
                </c:pt>
                <c:pt idx="4">
                  <c:v>12</c:v>
                </c:pt>
                <c:pt idx="5">
                  <c:v>6</c:v>
                </c:pt>
                <c:pt idx="6">
                  <c:v>0</c:v>
                </c:pt>
                <c:pt idx="7">
                  <c:v>0</c:v>
                </c:pt>
                <c:pt idx="8">
                  <c:v>6</c:v>
                </c:pt>
                <c:pt idx="9">
                  <c:v>0</c:v>
                </c:pt>
                <c:pt idx="10">
                  <c:v>4</c:v>
                </c:pt>
                <c:pt idx="11">
                  <c:v>7</c:v>
                </c:pt>
                <c:pt idx="12">
                  <c:v>14</c:v>
                </c:pt>
                <c:pt idx="13">
                  <c:v>0</c:v>
                </c:pt>
                <c:pt idx="14">
                  <c:v>15</c:v>
                </c:pt>
                <c:pt idx="15">
                  <c:v>10</c:v>
                </c:pt>
                <c:pt idx="16">
                  <c:v>120</c:v>
                </c:pt>
                <c:pt idx="17">
                  <c:v>0</c:v>
                </c:pt>
                <c:pt idx="18">
                  <c:v>4</c:v>
                </c:pt>
                <c:pt idx="19">
                  <c:v>85</c:v>
                </c:pt>
                <c:pt idx="20">
                  <c:v>118</c:v>
                </c:pt>
                <c:pt idx="21">
                  <c:v>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Kingankati</c:v>
                </c:pt>
                <c:pt idx="1">
                  <c:v>Kingankati 2</c:v>
                </c:pt>
                <c:pt idx="2">
                  <c:v>Maluku</c:v>
                </c:pt>
                <c:pt idx="3">
                  <c:v>Mangegenge</c:v>
                </c:pt>
                <c:pt idx="4">
                  <c:v>Mayindombe1</c:v>
                </c:pt>
                <c:pt idx="5">
                  <c:v>Mayindombe2</c:v>
                </c:pt>
                <c:pt idx="6">
                  <c:v>Menkao</c:v>
                </c:pt>
                <c:pt idx="7">
                  <c:v>Monako</c:v>
                </c:pt>
                <c:pt idx="8">
                  <c:v>Ngana</c:v>
                </c:pt>
                <c:pt idx="9">
                  <c:v>Nguma 1</c:v>
                </c:pt>
                <c:pt idx="10">
                  <c:v>Nguma 2</c:v>
                </c:pt>
                <c:pt idx="11">
                  <c:v>Bukana</c:v>
                </c:pt>
                <c:pt idx="12">
                  <c:v>Busira</c:v>
                </c:pt>
                <c:pt idx="13">
                  <c:v>Dumi</c:v>
                </c:pt>
                <c:pt idx="14">
                  <c:v>Kingawa</c:v>
                </c:pt>
                <c:pt idx="15">
                  <c:v>Kinguala</c:v>
                </c:pt>
                <c:pt idx="16">
                  <c:v>Mampu</c:v>
                </c:pt>
                <c:pt idx="17">
                  <c:v>Mbankana</c:v>
                </c:pt>
                <c:pt idx="18">
                  <c:v>Mbete</c:v>
                </c:pt>
                <c:pt idx="19">
                  <c:v>Mongata</c:v>
                </c:pt>
                <c:pt idx="20">
                  <c:v>Nkieme</c:v>
                </c:pt>
                <c:pt idx="21">
                  <c:v>Yoso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0</c:v>
                </c:pt>
                <c:pt idx="1">
                  <c:v>52</c:v>
                </c:pt>
                <c:pt idx="2">
                  <c:v>0</c:v>
                </c:pt>
                <c:pt idx="3">
                  <c:v>42</c:v>
                </c:pt>
                <c:pt idx="4">
                  <c:v>36</c:v>
                </c:pt>
                <c:pt idx="5">
                  <c:v>26</c:v>
                </c:pt>
                <c:pt idx="6">
                  <c:v>0</c:v>
                </c:pt>
                <c:pt idx="7">
                  <c:v>0</c:v>
                </c:pt>
                <c:pt idx="8">
                  <c:v>34</c:v>
                </c:pt>
                <c:pt idx="9">
                  <c:v>0</c:v>
                </c:pt>
                <c:pt idx="10">
                  <c:v>10</c:v>
                </c:pt>
                <c:pt idx="11">
                  <c:v>10</c:v>
                </c:pt>
                <c:pt idx="12">
                  <c:v>6</c:v>
                </c:pt>
                <c:pt idx="13">
                  <c:v>0</c:v>
                </c:pt>
                <c:pt idx="14">
                  <c:v>13</c:v>
                </c:pt>
                <c:pt idx="15">
                  <c:v>10</c:v>
                </c:pt>
                <c:pt idx="16">
                  <c:v>139</c:v>
                </c:pt>
                <c:pt idx="17">
                  <c:v>0</c:v>
                </c:pt>
                <c:pt idx="18">
                  <c:v>6</c:v>
                </c:pt>
                <c:pt idx="19">
                  <c:v>82</c:v>
                </c:pt>
                <c:pt idx="20">
                  <c:v>119</c:v>
                </c:pt>
                <c:pt idx="21">
                  <c:v>61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Yuo</c:v>
                </c:pt>
                <c:pt idx="1">
                  <c:v>Abattoire 1</c:v>
                </c:pt>
                <c:pt idx="2">
                  <c:v>Abattoire 2</c:v>
                </c:pt>
                <c:pt idx="3">
                  <c:v>Boba</c:v>
                </c:pt>
                <c:pt idx="4">
                  <c:v>Efoloko</c:v>
                </c:pt>
                <c:pt idx="5">
                  <c:v>Imbali</c:v>
                </c:pt>
                <c:pt idx="6">
                  <c:v>Kimbangu</c:v>
                </c:pt>
                <c:pt idx="7">
                  <c:v>Mfumu Nsuka 1</c:v>
                </c:pt>
                <c:pt idx="8">
                  <c:v>Mfumu Nsuka 2</c:v>
                </c:pt>
                <c:pt idx="9">
                  <c:v>Nzuzi Wa Mbombo</c:v>
                </c:pt>
                <c:pt idx="10">
                  <c:v>Sans Fils</c:v>
                </c:pt>
                <c:pt idx="11">
                  <c:v>Tshiangu</c:v>
                </c:pt>
                <c:pt idx="12">
                  <c:v>Télévision</c:v>
                </c:pt>
                <c:pt idx="13">
                  <c:v>Congo</c:v>
                </c:pt>
                <c:pt idx="14">
                  <c:v>Kasai</c:v>
                </c:pt>
                <c:pt idx="15">
                  <c:v>Kivu</c:v>
                </c:pt>
                <c:pt idx="16">
                  <c:v>Lokari</c:v>
                </c:pt>
                <c:pt idx="17">
                  <c:v>Lubamba</c:v>
                </c:pt>
                <c:pt idx="18">
                  <c:v>Mafuta Kizola</c:v>
                </c:pt>
                <c:pt idx="19">
                  <c:v>Mandiangu</c:v>
                </c:pt>
                <c:pt idx="20">
                  <c:v>Mapela</c:v>
                </c:pt>
                <c:pt idx="21">
                  <c:v>Matadi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</c:v>
                </c:pt>
                <c:pt idx="1">
                  <c:v>88</c:v>
                </c:pt>
                <c:pt idx="2">
                  <c:v>98</c:v>
                </c:pt>
                <c:pt idx="3">
                  <c:v>0</c:v>
                </c:pt>
                <c:pt idx="4">
                  <c:v>0</c:v>
                </c:pt>
                <c:pt idx="5">
                  <c:v>137</c:v>
                </c:pt>
                <c:pt idx="6">
                  <c:v>26</c:v>
                </c:pt>
                <c:pt idx="7">
                  <c:v>16</c:v>
                </c:pt>
                <c:pt idx="8">
                  <c:v>50</c:v>
                </c:pt>
                <c:pt idx="9">
                  <c:v>0</c:v>
                </c:pt>
                <c:pt idx="10">
                  <c:v>4</c:v>
                </c:pt>
                <c:pt idx="11">
                  <c:v>47</c:v>
                </c:pt>
                <c:pt idx="12">
                  <c:v>10</c:v>
                </c:pt>
                <c:pt idx="13">
                  <c:v>58</c:v>
                </c:pt>
                <c:pt idx="14">
                  <c:v>162</c:v>
                </c:pt>
                <c:pt idx="15">
                  <c:v>29</c:v>
                </c:pt>
                <c:pt idx="16">
                  <c:v>163</c:v>
                </c:pt>
                <c:pt idx="17">
                  <c:v>26</c:v>
                </c:pt>
                <c:pt idx="18">
                  <c:v>119</c:v>
                </c:pt>
                <c:pt idx="19">
                  <c:v>15</c:v>
                </c:pt>
                <c:pt idx="20">
                  <c:v>27</c:v>
                </c:pt>
                <c:pt idx="21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Yuo</c:v>
                </c:pt>
                <c:pt idx="1">
                  <c:v>Abattoire 1</c:v>
                </c:pt>
                <c:pt idx="2">
                  <c:v>Abattoire 2</c:v>
                </c:pt>
                <c:pt idx="3">
                  <c:v>Boba</c:v>
                </c:pt>
                <c:pt idx="4">
                  <c:v>Efoloko</c:v>
                </c:pt>
                <c:pt idx="5">
                  <c:v>Imbali</c:v>
                </c:pt>
                <c:pt idx="6">
                  <c:v>Kimbangu</c:v>
                </c:pt>
                <c:pt idx="7">
                  <c:v>Mfumu Nsuka 1</c:v>
                </c:pt>
                <c:pt idx="8">
                  <c:v>Mfumu Nsuka 2</c:v>
                </c:pt>
                <c:pt idx="9">
                  <c:v>Nzuzi Wa Mbombo</c:v>
                </c:pt>
                <c:pt idx="10">
                  <c:v>Sans Fils</c:v>
                </c:pt>
                <c:pt idx="11">
                  <c:v>Tshiangu</c:v>
                </c:pt>
                <c:pt idx="12">
                  <c:v>Télévision</c:v>
                </c:pt>
                <c:pt idx="13">
                  <c:v>Congo</c:v>
                </c:pt>
                <c:pt idx="14">
                  <c:v>Kasai</c:v>
                </c:pt>
                <c:pt idx="15">
                  <c:v>Kivu</c:v>
                </c:pt>
                <c:pt idx="16">
                  <c:v>Lokari</c:v>
                </c:pt>
                <c:pt idx="17">
                  <c:v>Lubamba</c:v>
                </c:pt>
                <c:pt idx="18">
                  <c:v>Mafuta Kizola</c:v>
                </c:pt>
                <c:pt idx="19">
                  <c:v>Mandiangu</c:v>
                </c:pt>
                <c:pt idx="20">
                  <c:v>Mapela</c:v>
                </c:pt>
                <c:pt idx="21">
                  <c:v>Matadi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</c:v>
                </c:pt>
                <c:pt idx="1">
                  <c:v>141</c:v>
                </c:pt>
                <c:pt idx="2">
                  <c:v>69</c:v>
                </c:pt>
                <c:pt idx="3">
                  <c:v>0</c:v>
                </c:pt>
                <c:pt idx="4">
                  <c:v>4</c:v>
                </c:pt>
                <c:pt idx="5">
                  <c:v>188</c:v>
                </c:pt>
                <c:pt idx="6">
                  <c:v>60</c:v>
                </c:pt>
                <c:pt idx="7">
                  <c:v>24</c:v>
                </c:pt>
                <c:pt idx="8">
                  <c:v>29</c:v>
                </c:pt>
                <c:pt idx="9">
                  <c:v>0</c:v>
                </c:pt>
                <c:pt idx="10">
                  <c:v>7</c:v>
                </c:pt>
                <c:pt idx="11">
                  <c:v>82</c:v>
                </c:pt>
                <c:pt idx="12">
                  <c:v>28</c:v>
                </c:pt>
                <c:pt idx="13">
                  <c:v>71</c:v>
                </c:pt>
                <c:pt idx="14">
                  <c:v>159</c:v>
                </c:pt>
                <c:pt idx="15">
                  <c:v>45</c:v>
                </c:pt>
                <c:pt idx="16">
                  <c:v>171</c:v>
                </c:pt>
                <c:pt idx="17">
                  <c:v>38</c:v>
                </c:pt>
                <c:pt idx="18">
                  <c:v>123</c:v>
                </c:pt>
                <c:pt idx="19">
                  <c:v>21</c:v>
                </c:pt>
                <c:pt idx="20">
                  <c:v>66</c:v>
                </c:pt>
                <c:pt idx="21">
                  <c:v>83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Pelende</c:v>
                </c:pt>
                <c:pt idx="1">
                  <c:v>Tshuenge</c:v>
                </c:pt>
                <c:pt idx="2">
                  <c:v>Quartier 1</c:v>
                </c:pt>
                <c:pt idx="3">
                  <c:v>Quartier 10</c:v>
                </c:pt>
                <c:pt idx="4">
                  <c:v>Quartier 11</c:v>
                </c:pt>
                <c:pt idx="5">
                  <c:v>Quartier 12</c:v>
                </c:pt>
                <c:pt idx="6">
                  <c:v>Quartier 13 A</c:v>
                </c:pt>
                <c:pt idx="7">
                  <c:v>Quartier 13 B</c:v>
                </c:pt>
                <c:pt idx="8">
                  <c:v>Quartier 2</c:v>
                </c:pt>
                <c:pt idx="9">
                  <c:v>Quartier 3</c:v>
                </c:pt>
                <c:pt idx="10">
                  <c:v>Quartier 4</c:v>
                </c:pt>
                <c:pt idx="11">
                  <c:v>Quartier 5</c:v>
                </c:pt>
                <c:pt idx="12">
                  <c:v>Quartier 6</c:v>
                </c:pt>
                <c:pt idx="13">
                  <c:v>Quartier 7</c:v>
                </c:pt>
                <c:pt idx="14">
                  <c:v>Quartier 8</c:v>
                </c:pt>
                <c:pt idx="15">
                  <c:v>Quartier 9</c:v>
                </c:pt>
                <c:pt idx="16">
                  <c:v>Badara</c:v>
                </c:pt>
                <c:pt idx="17">
                  <c:v>Bahumbu 1</c:v>
                </c:pt>
                <c:pt idx="18">
                  <c:v>Bahumbu 2</c:v>
                </c:pt>
                <c:pt idx="19">
                  <c:v>Bibwa</c:v>
                </c:pt>
                <c:pt idx="20">
                  <c:v>Buma</c:v>
                </c:pt>
                <c:pt idx="21">
                  <c:v>Dingidingi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106</c:v>
                </c:pt>
                <c:pt idx="1">
                  <c:v>9</c:v>
                </c:pt>
                <c:pt idx="2">
                  <c:v>61</c:v>
                </c:pt>
                <c:pt idx="3">
                  <c:v>70</c:v>
                </c:pt>
                <c:pt idx="4">
                  <c:v>0</c:v>
                </c:pt>
                <c:pt idx="5">
                  <c:v>261</c:v>
                </c:pt>
                <c:pt idx="6">
                  <c:v>1</c:v>
                </c:pt>
                <c:pt idx="7">
                  <c:v>165</c:v>
                </c:pt>
                <c:pt idx="8">
                  <c:v>1</c:v>
                </c:pt>
                <c:pt idx="9">
                  <c:v>196</c:v>
                </c:pt>
                <c:pt idx="10">
                  <c:v>298</c:v>
                </c:pt>
                <c:pt idx="11">
                  <c:v>39</c:v>
                </c:pt>
                <c:pt idx="12">
                  <c:v>76</c:v>
                </c:pt>
                <c:pt idx="13">
                  <c:v>0</c:v>
                </c:pt>
                <c:pt idx="14">
                  <c:v>15</c:v>
                </c:pt>
                <c:pt idx="15">
                  <c:v>7</c:v>
                </c:pt>
                <c:pt idx="16">
                  <c:v>51</c:v>
                </c:pt>
                <c:pt idx="17">
                  <c:v>166</c:v>
                </c:pt>
                <c:pt idx="18">
                  <c:v>149</c:v>
                </c:pt>
                <c:pt idx="19">
                  <c:v>218</c:v>
                </c:pt>
                <c:pt idx="20">
                  <c:v>6</c:v>
                </c:pt>
                <c:pt idx="2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Pelende</c:v>
                </c:pt>
                <c:pt idx="1">
                  <c:v>Tshuenge</c:v>
                </c:pt>
                <c:pt idx="2">
                  <c:v>Quartier 1</c:v>
                </c:pt>
                <c:pt idx="3">
                  <c:v>Quartier 10</c:v>
                </c:pt>
                <c:pt idx="4">
                  <c:v>Quartier 11</c:v>
                </c:pt>
                <c:pt idx="5">
                  <c:v>Quartier 12</c:v>
                </c:pt>
                <c:pt idx="6">
                  <c:v>Quartier 13 A</c:v>
                </c:pt>
                <c:pt idx="7">
                  <c:v>Quartier 13 B</c:v>
                </c:pt>
                <c:pt idx="8">
                  <c:v>Quartier 2</c:v>
                </c:pt>
                <c:pt idx="9">
                  <c:v>Quartier 3</c:v>
                </c:pt>
                <c:pt idx="10">
                  <c:v>Quartier 4</c:v>
                </c:pt>
                <c:pt idx="11">
                  <c:v>Quartier 5</c:v>
                </c:pt>
                <c:pt idx="12">
                  <c:v>Quartier 6</c:v>
                </c:pt>
                <c:pt idx="13">
                  <c:v>Quartier 7</c:v>
                </c:pt>
                <c:pt idx="14">
                  <c:v>Quartier 8</c:v>
                </c:pt>
                <c:pt idx="15">
                  <c:v>Quartier 9</c:v>
                </c:pt>
                <c:pt idx="16">
                  <c:v>Badara</c:v>
                </c:pt>
                <c:pt idx="17">
                  <c:v>Bahumbu 1</c:v>
                </c:pt>
                <c:pt idx="18">
                  <c:v>Bahumbu 2</c:v>
                </c:pt>
                <c:pt idx="19">
                  <c:v>Bibwa</c:v>
                </c:pt>
                <c:pt idx="20">
                  <c:v>Buma</c:v>
                </c:pt>
                <c:pt idx="21">
                  <c:v>Dingidingi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109</c:v>
                </c:pt>
                <c:pt idx="1">
                  <c:v>9</c:v>
                </c:pt>
                <c:pt idx="2">
                  <c:v>75</c:v>
                </c:pt>
                <c:pt idx="3">
                  <c:v>77</c:v>
                </c:pt>
                <c:pt idx="4">
                  <c:v>0</c:v>
                </c:pt>
                <c:pt idx="5">
                  <c:v>230</c:v>
                </c:pt>
                <c:pt idx="6">
                  <c:v>0</c:v>
                </c:pt>
                <c:pt idx="7">
                  <c:v>199</c:v>
                </c:pt>
                <c:pt idx="8">
                  <c:v>39</c:v>
                </c:pt>
                <c:pt idx="9">
                  <c:v>193</c:v>
                </c:pt>
                <c:pt idx="10">
                  <c:v>298</c:v>
                </c:pt>
                <c:pt idx="11">
                  <c:v>65</c:v>
                </c:pt>
                <c:pt idx="12">
                  <c:v>89</c:v>
                </c:pt>
                <c:pt idx="13">
                  <c:v>0</c:v>
                </c:pt>
                <c:pt idx="14">
                  <c:v>75</c:v>
                </c:pt>
                <c:pt idx="15">
                  <c:v>37</c:v>
                </c:pt>
                <c:pt idx="16">
                  <c:v>64</c:v>
                </c:pt>
                <c:pt idx="17">
                  <c:v>174</c:v>
                </c:pt>
                <c:pt idx="18">
                  <c:v>155</c:v>
                </c:pt>
                <c:pt idx="19">
                  <c:v>226</c:v>
                </c:pt>
                <c:pt idx="20">
                  <c:v>12</c:v>
                </c:pt>
                <c:pt idx="21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Fleuve</c:v>
                </c:pt>
                <c:pt idx="1">
                  <c:v>Kindobo</c:v>
                </c:pt>
                <c:pt idx="2">
                  <c:v>Mikala</c:v>
                </c:pt>
                <c:pt idx="3">
                  <c:v>Mikondo (Nsele)</c:v>
                </c:pt>
                <c:pt idx="4">
                  <c:v>Mikonga</c:v>
                </c:pt>
                <c:pt idx="5">
                  <c:v>Mpasa 1</c:v>
                </c:pt>
                <c:pt idx="6">
                  <c:v>Mpasa 2</c:v>
                </c:pt>
                <c:pt idx="7">
                  <c:v>Nsele</c:v>
                </c:pt>
                <c:pt idx="8">
                  <c:v>Pecheur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322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Fleuve</c:v>
                </c:pt>
                <c:pt idx="1">
                  <c:v>Kindobo</c:v>
                </c:pt>
                <c:pt idx="2">
                  <c:v>Mikala</c:v>
                </c:pt>
                <c:pt idx="3">
                  <c:v>Mikondo (Nsele)</c:v>
                </c:pt>
                <c:pt idx="4">
                  <c:v>Mikonga</c:v>
                </c:pt>
                <c:pt idx="5">
                  <c:v>Mpasa 1</c:v>
                </c:pt>
                <c:pt idx="6">
                  <c:v>Mpasa 2</c:v>
                </c:pt>
                <c:pt idx="7">
                  <c:v>Nsele</c:v>
                </c:pt>
                <c:pt idx="8">
                  <c:v>Pecheur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43</c:v>
                </c:pt>
                <c:pt idx="1">
                  <c:v>2</c:v>
                </c:pt>
                <c:pt idx="2">
                  <c:v>12</c:v>
                </c:pt>
                <c:pt idx="3">
                  <c:v>19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334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12.5</c:v>
                </c:pt>
                <c:pt idx="1">
                  <c:v>7.5</c:v>
                </c:pt>
                <c:pt idx="2">
                  <c:v>5.6</c:v>
                </c:pt>
                <c:pt idx="3">
                  <c:v>5.4</c:v>
                </c:pt>
                <c:pt idx="4">
                  <c:v>7.6</c:v>
                </c:pt>
                <c:pt idx="5">
                  <c:v>2.8</c:v>
                </c:pt>
                <c:pt idx="6">
                  <c:v>4.7</c:v>
                </c:pt>
                <c:pt idx="7">
                  <c:v>3.3</c:v>
                </c:pt>
                <c:pt idx="8">
                  <c:v>9.1</c:v>
                </c:pt>
                <c:pt idx="9">
                  <c:v>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33.0</c:v>
                </c:pt>
                <c:pt idx="1">
                  <c:v>16.2</c:v>
                </c:pt>
                <c:pt idx="2">
                  <c:v>28.2</c:v>
                </c:pt>
                <c:pt idx="3">
                  <c:v>13.8</c:v>
                </c:pt>
                <c:pt idx="4">
                  <c:v>22.2</c:v>
                </c:pt>
                <c:pt idx="5">
                  <c:v>15.2</c:v>
                </c:pt>
                <c:pt idx="6">
                  <c:v>10.4</c:v>
                </c:pt>
                <c:pt idx="7">
                  <c:v>21.0</c:v>
                </c:pt>
                <c:pt idx="8">
                  <c:v>11.5</c:v>
                </c:pt>
                <c:pt idx="9">
                  <c:v>31.7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20.0</c:v>
                </c:pt>
                <c:pt idx="1">
                  <c:v>9.0</c:v>
                </c:pt>
                <c:pt idx="2">
                  <c:v>14.8</c:v>
                </c:pt>
                <c:pt idx="3">
                  <c:v>11.5</c:v>
                </c:pt>
                <c:pt idx="4">
                  <c:v>4.3</c:v>
                </c:pt>
                <c:pt idx="5">
                  <c:v>8.8</c:v>
                </c:pt>
                <c:pt idx="6">
                  <c:v>23.5</c:v>
                </c:pt>
                <c:pt idx="7">
                  <c:v>13.9</c:v>
                </c:pt>
                <c:pt idx="8">
                  <c:v>-8.4</c:v>
                </c:pt>
                <c:pt idx="9">
                  <c:v>18.9</c:v>
                </c:pt>
                <c:pt idx="10">
                  <c:v>13.5</c:v>
                </c:pt>
                <c:pt idx="11">
                  <c:v>0</c:v>
                </c:pt>
                <c:pt idx="12">
                  <c:v>6.6</c:v>
                </c:pt>
                <c:pt idx="13">
                  <c:v>-1.0</c:v>
                </c:pt>
                <c:pt idx="14">
                  <c:v>9.7</c:v>
                </c:pt>
                <c:pt idx="15">
                  <c:v>10.2</c:v>
                </c:pt>
                <c:pt idx="16">
                  <c:v>7.3</c:v>
                </c:pt>
                <c:pt idx="17">
                  <c:v>6.7</c:v>
                </c:pt>
                <c:pt idx="18">
                  <c:v>13.3</c:v>
                </c:pt>
                <c:pt idx="19">
                  <c:v>5.2</c:v>
                </c:pt>
                <c:pt idx="20">
                  <c:v>2.8</c:v>
                </c:pt>
                <c:pt idx="21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44.5</c:v>
                </c:pt>
                <c:pt idx="1">
                  <c:v>14.9</c:v>
                </c:pt>
                <c:pt idx="2">
                  <c:v>39.4</c:v>
                </c:pt>
                <c:pt idx="3">
                  <c:v>57.8</c:v>
                </c:pt>
                <c:pt idx="4">
                  <c:v>46.6</c:v>
                </c:pt>
                <c:pt idx="5">
                  <c:v>21.1</c:v>
                </c:pt>
                <c:pt idx="6">
                  <c:v>24.2</c:v>
                </c:pt>
                <c:pt idx="7">
                  <c:v>35.3</c:v>
                </c:pt>
                <c:pt idx="8">
                  <c:v>29.7</c:v>
                </c:pt>
                <c:pt idx="9">
                  <c:v>1.7</c:v>
                </c:pt>
                <c:pt idx="10">
                  <c:v>51.8</c:v>
                </c:pt>
                <c:pt idx="11">
                  <c:v>19.7</c:v>
                </c:pt>
                <c:pt idx="12">
                  <c:v>-29.4</c:v>
                </c:pt>
                <c:pt idx="13">
                  <c:v>4.5</c:v>
                </c:pt>
                <c:pt idx="14">
                  <c:v>7.7</c:v>
                </c:pt>
                <c:pt idx="15">
                  <c:v>4.4</c:v>
                </c:pt>
                <c:pt idx="16">
                  <c:v>12.4</c:v>
                </c:pt>
                <c:pt idx="17">
                  <c:v>36.2</c:v>
                </c:pt>
                <c:pt idx="18">
                  <c:v>24.8</c:v>
                </c:pt>
                <c:pt idx="19">
                  <c:v>31.6</c:v>
                </c:pt>
                <c:pt idx="20">
                  <c:v>35.9</c:v>
                </c:pt>
                <c:pt idx="21">
                  <c:v>39.0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Boma</c:v>
                </c:pt>
                <c:pt idx="1">
                  <c:v>Esanga</c:v>
                </c:pt>
                <c:pt idx="2">
                  <c:v>Kimfuta</c:v>
                </c:pt>
                <c:pt idx="3">
                  <c:v>Kutu</c:v>
                </c:pt>
                <c:pt idx="4">
                  <c:v>Mangana</c:v>
                </c:pt>
                <c:pt idx="5">
                  <c:v>Maviokele</c:v>
                </c:pt>
                <c:pt idx="6">
                  <c:v>Mbuala</c:v>
                </c:pt>
                <c:pt idx="7">
                  <c:v>Nsumabua</c:v>
                </c:pt>
                <c:pt idx="8">
                  <c:v>Salongo</c:v>
                </c:pt>
                <c:pt idx="9">
                  <c:v>17 Mai</c:v>
                </c:pt>
                <c:pt idx="10">
                  <c:v>Atandele</c:v>
                </c:pt>
                <c:pt idx="11">
                  <c:v>Kingasani</c:v>
                </c:pt>
                <c:pt idx="12">
                  <c:v>Lisanga</c:v>
                </c:pt>
                <c:pt idx="13">
                  <c:v>Molende</c:v>
                </c:pt>
                <c:pt idx="14">
                  <c:v>Mulie</c:v>
                </c:pt>
                <c:pt idx="15">
                  <c:v>Nsanga</c:v>
                </c:pt>
                <c:pt idx="16">
                  <c:v>St Paul</c:v>
                </c:pt>
                <c:pt idx="17">
                  <c:v>Basuku</c:v>
                </c:pt>
                <c:pt idx="18">
                  <c:v>Bita</c:v>
                </c:pt>
                <c:pt idx="19">
                  <c:v>Bu</c:v>
                </c:pt>
                <c:pt idx="20">
                  <c:v>Kikimi (Maluku 1)</c:v>
                </c:pt>
                <c:pt idx="21">
                  <c:v>Kimpoko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4.8</c:v>
                </c:pt>
                <c:pt idx="1">
                  <c:v>4.4</c:v>
                </c:pt>
                <c:pt idx="2">
                  <c:v>11.4</c:v>
                </c:pt>
                <c:pt idx="3">
                  <c:v>6.6</c:v>
                </c:pt>
                <c:pt idx="4">
                  <c:v>12.3</c:v>
                </c:pt>
                <c:pt idx="5">
                  <c:v>1.6</c:v>
                </c:pt>
                <c:pt idx="6">
                  <c:v>1.6</c:v>
                </c:pt>
                <c:pt idx="7">
                  <c:v>6.9</c:v>
                </c:pt>
                <c:pt idx="8">
                  <c:v>2.7</c:v>
                </c:pt>
                <c:pt idx="9">
                  <c:v>4.6</c:v>
                </c:pt>
                <c:pt idx="10">
                  <c:v>0</c:v>
                </c:pt>
                <c:pt idx="11">
                  <c:v>13.4</c:v>
                </c:pt>
                <c:pt idx="12">
                  <c:v>-2.3</c:v>
                </c:pt>
                <c:pt idx="13">
                  <c:v>15.6</c:v>
                </c:pt>
                <c:pt idx="14">
                  <c:v>2.8</c:v>
                </c:pt>
                <c:pt idx="15">
                  <c:v>1.2</c:v>
                </c:pt>
                <c:pt idx="16">
                  <c:v>5.9</c:v>
                </c:pt>
                <c:pt idx="17">
                  <c:v>1.3</c:v>
                </c:pt>
                <c:pt idx="18">
                  <c:v>6.4</c:v>
                </c:pt>
                <c:pt idx="19">
                  <c:v>2.3</c:v>
                </c:pt>
                <c:pt idx="20">
                  <c:v>22.6</c:v>
                </c:pt>
                <c:pt idx="21">
                  <c:v>17.5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Boma</c:v>
                </c:pt>
                <c:pt idx="1">
                  <c:v>Esanga</c:v>
                </c:pt>
                <c:pt idx="2">
                  <c:v>Kimfuta</c:v>
                </c:pt>
                <c:pt idx="3">
                  <c:v>Kutu</c:v>
                </c:pt>
                <c:pt idx="4">
                  <c:v>Mangana</c:v>
                </c:pt>
                <c:pt idx="5">
                  <c:v>Maviokele</c:v>
                </c:pt>
                <c:pt idx="6">
                  <c:v>Mbuala</c:v>
                </c:pt>
                <c:pt idx="7">
                  <c:v>Nsumabua</c:v>
                </c:pt>
                <c:pt idx="8">
                  <c:v>Salongo</c:v>
                </c:pt>
                <c:pt idx="9">
                  <c:v>17 Mai</c:v>
                </c:pt>
                <c:pt idx="10">
                  <c:v>Atandele</c:v>
                </c:pt>
                <c:pt idx="11">
                  <c:v>Kingasani</c:v>
                </c:pt>
                <c:pt idx="12">
                  <c:v>Lisanga</c:v>
                </c:pt>
                <c:pt idx="13">
                  <c:v>Molende</c:v>
                </c:pt>
                <c:pt idx="14">
                  <c:v>Mulie</c:v>
                </c:pt>
                <c:pt idx="15">
                  <c:v>Nsanga</c:v>
                </c:pt>
                <c:pt idx="16">
                  <c:v>St Paul</c:v>
                </c:pt>
                <c:pt idx="17">
                  <c:v>Basuku</c:v>
                </c:pt>
                <c:pt idx="18">
                  <c:v>Bita</c:v>
                </c:pt>
                <c:pt idx="19">
                  <c:v>Bu</c:v>
                </c:pt>
                <c:pt idx="20">
                  <c:v>Kikimi (Maluku 1)</c:v>
                </c:pt>
                <c:pt idx="21">
                  <c:v>Kimpoko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4.5</c:v>
                </c:pt>
                <c:pt idx="1">
                  <c:v>26.1</c:v>
                </c:pt>
                <c:pt idx="2">
                  <c:v>54.6</c:v>
                </c:pt>
                <c:pt idx="3">
                  <c:v>12.4</c:v>
                </c:pt>
                <c:pt idx="4">
                  <c:v>25.3</c:v>
                </c:pt>
                <c:pt idx="5">
                  <c:v>26.6</c:v>
                </c:pt>
                <c:pt idx="6">
                  <c:v>25.7</c:v>
                </c:pt>
                <c:pt idx="7">
                  <c:v>19.8</c:v>
                </c:pt>
                <c:pt idx="8">
                  <c:v>15.1</c:v>
                </c:pt>
                <c:pt idx="9">
                  <c:v>39.9</c:v>
                </c:pt>
                <c:pt idx="10">
                  <c:v>25.5</c:v>
                </c:pt>
                <c:pt idx="11">
                  <c:v>40.8</c:v>
                </c:pt>
                <c:pt idx="12">
                  <c:v>8.3</c:v>
                </c:pt>
                <c:pt idx="13">
                  <c:v>-9.7</c:v>
                </c:pt>
                <c:pt idx="14">
                  <c:v>-5.0</c:v>
                </c:pt>
                <c:pt idx="15">
                  <c:v>-7.0</c:v>
                </c:pt>
                <c:pt idx="16">
                  <c:v>-9.5</c:v>
                </c:pt>
                <c:pt idx="17">
                  <c:v>38.3</c:v>
                </c:pt>
                <c:pt idx="18">
                  <c:v>25.9</c:v>
                </c:pt>
                <c:pt idx="19">
                  <c:v>34.4</c:v>
                </c:pt>
                <c:pt idx="20">
                  <c:v>24.2</c:v>
                </c:pt>
                <c:pt idx="21">
                  <c:v>69.0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Kingankati</c:v>
                </c:pt>
                <c:pt idx="1">
                  <c:v>Kingankati 2</c:v>
                </c:pt>
                <c:pt idx="2">
                  <c:v>Maluku</c:v>
                </c:pt>
                <c:pt idx="3">
                  <c:v>Mangegenge</c:v>
                </c:pt>
                <c:pt idx="4">
                  <c:v>Mayindombe1</c:v>
                </c:pt>
                <c:pt idx="5">
                  <c:v>Mayindombe2</c:v>
                </c:pt>
                <c:pt idx="6">
                  <c:v>Menkao</c:v>
                </c:pt>
                <c:pt idx="7">
                  <c:v>Monako</c:v>
                </c:pt>
                <c:pt idx="8">
                  <c:v>Ngana</c:v>
                </c:pt>
                <c:pt idx="9">
                  <c:v>Nguma 1</c:v>
                </c:pt>
                <c:pt idx="10">
                  <c:v>Nguma 2</c:v>
                </c:pt>
                <c:pt idx="11">
                  <c:v>Bukana</c:v>
                </c:pt>
                <c:pt idx="12">
                  <c:v>Busira</c:v>
                </c:pt>
                <c:pt idx="13">
                  <c:v>Dumi</c:v>
                </c:pt>
                <c:pt idx="14">
                  <c:v>Kingawa</c:v>
                </c:pt>
                <c:pt idx="15">
                  <c:v>Kinguala</c:v>
                </c:pt>
                <c:pt idx="16">
                  <c:v>Mampu</c:v>
                </c:pt>
                <c:pt idx="17">
                  <c:v>Mbankana</c:v>
                </c:pt>
                <c:pt idx="18">
                  <c:v>Mbete</c:v>
                </c:pt>
                <c:pt idx="19">
                  <c:v>Mongata</c:v>
                </c:pt>
                <c:pt idx="20">
                  <c:v>Nkieme</c:v>
                </c:pt>
                <c:pt idx="21">
                  <c:v>Yoso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16.1</c:v>
                </c:pt>
                <c:pt idx="1">
                  <c:v>1.8</c:v>
                </c:pt>
                <c:pt idx="2">
                  <c:v>2.8</c:v>
                </c:pt>
                <c:pt idx="3">
                  <c:v>10.5</c:v>
                </c:pt>
                <c:pt idx="4">
                  <c:v>12.3</c:v>
                </c:pt>
                <c:pt idx="5">
                  <c:v>23.2</c:v>
                </c:pt>
                <c:pt idx="6">
                  <c:v>1.3</c:v>
                </c:pt>
                <c:pt idx="7">
                  <c:v>4.5</c:v>
                </c:pt>
                <c:pt idx="8">
                  <c:v>24.2</c:v>
                </c:pt>
                <c:pt idx="9">
                  <c:v>4.6</c:v>
                </c:pt>
                <c:pt idx="10">
                  <c:v>3.9</c:v>
                </c:pt>
                <c:pt idx="11">
                  <c:v>2.2</c:v>
                </c:pt>
                <c:pt idx="12">
                  <c:v>-8.6</c:v>
                </c:pt>
                <c:pt idx="13">
                  <c:v>7.2</c:v>
                </c:pt>
                <c:pt idx="14">
                  <c:v>-2.4</c:v>
                </c:pt>
                <c:pt idx="15">
                  <c:v>0</c:v>
                </c:pt>
                <c:pt idx="16">
                  <c:v>7.0</c:v>
                </c:pt>
                <c:pt idx="17">
                  <c:v>1.5</c:v>
                </c:pt>
                <c:pt idx="18">
                  <c:v>2.5</c:v>
                </c:pt>
                <c:pt idx="19">
                  <c:v>-2.9</c:v>
                </c:pt>
                <c:pt idx="20">
                  <c:v>3.8</c:v>
                </c:pt>
                <c:pt idx="21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Kingankati</c:v>
                </c:pt>
                <c:pt idx="1">
                  <c:v>Kingankati 2</c:v>
                </c:pt>
                <c:pt idx="2">
                  <c:v>Maluku</c:v>
                </c:pt>
                <c:pt idx="3">
                  <c:v>Mangegenge</c:v>
                </c:pt>
                <c:pt idx="4">
                  <c:v>Mayindombe1</c:v>
                </c:pt>
                <c:pt idx="5">
                  <c:v>Mayindombe2</c:v>
                </c:pt>
                <c:pt idx="6">
                  <c:v>Menkao</c:v>
                </c:pt>
                <c:pt idx="7">
                  <c:v>Monako</c:v>
                </c:pt>
                <c:pt idx="8">
                  <c:v>Ngana</c:v>
                </c:pt>
                <c:pt idx="9">
                  <c:v>Nguma 1</c:v>
                </c:pt>
                <c:pt idx="10">
                  <c:v>Nguma 2</c:v>
                </c:pt>
                <c:pt idx="11">
                  <c:v>Bukana</c:v>
                </c:pt>
                <c:pt idx="12">
                  <c:v>Busira</c:v>
                </c:pt>
                <c:pt idx="13">
                  <c:v>Dumi</c:v>
                </c:pt>
                <c:pt idx="14">
                  <c:v>Kingawa</c:v>
                </c:pt>
                <c:pt idx="15">
                  <c:v>Kinguala</c:v>
                </c:pt>
                <c:pt idx="16">
                  <c:v>Mampu</c:v>
                </c:pt>
                <c:pt idx="17">
                  <c:v>Mbankana</c:v>
                </c:pt>
                <c:pt idx="18">
                  <c:v>Mbete</c:v>
                </c:pt>
                <c:pt idx="19">
                  <c:v>Mongata</c:v>
                </c:pt>
                <c:pt idx="20">
                  <c:v>Nkieme</c:v>
                </c:pt>
                <c:pt idx="21">
                  <c:v>Yoso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44.2</c:v>
                </c:pt>
                <c:pt idx="1">
                  <c:v>0.5</c:v>
                </c:pt>
                <c:pt idx="2">
                  <c:v>5.9</c:v>
                </c:pt>
                <c:pt idx="3">
                  <c:v>11.2</c:v>
                </c:pt>
                <c:pt idx="4">
                  <c:v>-3.6</c:v>
                </c:pt>
                <c:pt idx="5">
                  <c:v>54.1</c:v>
                </c:pt>
                <c:pt idx="6">
                  <c:v>9.0</c:v>
                </c:pt>
                <c:pt idx="7">
                  <c:v>15.2</c:v>
                </c:pt>
                <c:pt idx="8">
                  <c:v>37.5</c:v>
                </c:pt>
                <c:pt idx="9">
                  <c:v>30.6</c:v>
                </c:pt>
                <c:pt idx="10">
                  <c:v>33.0</c:v>
                </c:pt>
                <c:pt idx="11">
                  <c:v>16.7</c:v>
                </c:pt>
                <c:pt idx="12">
                  <c:v>40.2</c:v>
                </c:pt>
                <c:pt idx="13">
                  <c:v>33.5</c:v>
                </c:pt>
                <c:pt idx="14">
                  <c:v>37.3</c:v>
                </c:pt>
                <c:pt idx="15">
                  <c:v>20.0</c:v>
                </c:pt>
                <c:pt idx="16">
                  <c:v>4.0</c:v>
                </c:pt>
                <c:pt idx="17">
                  <c:v>8.6</c:v>
                </c:pt>
                <c:pt idx="18">
                  <c:v>9.5</c:v>
                </c:pt>
                <c:pt idx="19">
                  <c:v>-10.9</c:v>
                </c:pt>
                <c:pt idx="20">
                  <c:v>-7.1</c:v>
                </c:pt>
                <c:pt idx="21">
                  <c:v>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Yuo</c:v>
                </c:pt>
                <c:pt idx="1">
                  <c:v>Abattoire 1</c:v>
                </c:pt>
                <c:pt idx="2">
                  <c:v>Abattoire 2</c:v>
                </c:pt>
                <c:pt idx="3">
                  <c:v>Boba</c:v>
                </c:pt>
                <c:pt idx="4">
                  <c:v>Efoloko</c:v>
                </c:pt>
                <c:pt idx="5">
                  <c:v>Imbali</c:v>
                </c:pt>
                <c:pt idx="6">
                  <c:v>Kimbangu</c:v>
                </c:pt>
                <c:pt idx="7">
                  <c:v>Mfumu Nsuka 1</c:v>
                </c:pt>
                <c:pt idx="8">
                  <c:v>Mfumu Nsuka 2</c:v>
                </c:pt>
                <c:pt idx="9">
                  <c:v>Nzuzi Wa Mbombo</c:v>
                </c:pt>
                <c:pt idx="10">
                  <c:v>Sans Fils</c:v>
                </c:pt>
                <c:pt idx="11">
                  <c:v>Tshiangu</c:v>
                </c:pt>
                <c:pt idx="12">
                  <c:v>Télévision</c:v>
                </c:pt>
                <c:pt idx="13">
                  <c:v>Congo</c:v>
                </c:pt>
                <c:pt idx="14">
                  <c:v>Kasai</c:v>
                </c:pt>
                <c:pt idx="15">
                  <c:v>Kivu</c:v>
                </c:pt>
                <c:pt idx="16">
                  <c:v>Lokari</c:v>
                </c:pt>
                <c:pt idx="17">
                  <c:v>Lubamba</c:v>
                </c:pt>
                <c:pt idx="18">
                  <c:v>Mafuta Kizola</c:v>
                </c:pt>
                <c:pt idx="19">
                  <c:v>Mandiangu</c:v>
                </c:pt>
                <c:pt idx="20">
                  <c:v>Mapela</c:v>
                </c:pt>
                <c:pt idx="21">
                  <c:v>Matadi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</c:v>
                </c:pt>
                <c:pt idx="1">
                  <c:v>3.5</c:v>
                </c:pt>
                <c:pt idx="2">
                  <c:v>-1.4</c:v>
                </c:pt>
                <c:pt idx="3">
                  <c:v>2.6</c:v>
                </c:pt>
                <c:pt idx="4">
                  <c:v>7.7</c:v>
                </c:pt>
                <c:pt idx="5">
                  <c:v>11.0</c:v>
                </c:pt>
                <c:pt idx="6">
                  <c:v>4.2</c:v>
                </c:pt>
                <c:pt idx="7">
                  <c:v>1.9</c:v>
                </c:pt>
                <c:pt idx="8">
                  <c:v>1.1</c:v>
                </c:pt>
                <c:pt idx="9">
                  <c:v>15.7</c:v>
                </c:pt>
                <c:pt idx="10">
                  <c:v>4.1</c:v>
                </c:pt>
                <c:pt idx="11">
                  <c:v>3.4</c:v>
                </c:pt>
                <c:pt idx="12">
                  <c:v>1.6</c:v>
                </c:pt>
                <c:pt idx="13">
                  <c:v>1.3</c:v>
                </c:pt>
                <c:pt idx="14">
                  <c:v>-0.5</c:v>
                </c:pt>
                <c:pt idx="15">
                  <c:v>5.5</c:v>
                </c:pt>
                <c:pt idx="16">
                  <c:v>0.9</c:v>
                </c:pt>
                <c:pt idx="17">
                  <c:v>3.3</c:v>
                </c:pt>
                <c:pt idx="18">
                  <c:v>0.7</c:v>
                </c:pt>
                <c:pt idx="19">
                  <c:v>3.6</c:v>
                </c:pt>
                <c:pt idx="20">
                  <c:v>6.5</c:v>
                </c:pt>
                <c:pt idx="21">
                  <c:v>13.5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Yuo</c:v>
                </c:pt>
                <c:pt idx="1">
                  <c:v>Abattoire 1</c:v>
                </c:pt>
                <c:pt idx="2">
                  <c:v>Abattoire 2</c:v>
                </c:pt>
                <c:pt idx="3">
                  <c:v>Boba</c:v>
                </c:pt>
                <c:pt idx="4">
                  <c:v>Efoloko</c:v>
                </c:pt>
                <c:pt idx="5">
                  <c:v>Imbali</c:v>
                </c:pt>
                <c:pt idx="6">
                  <c:v>Kimbangu</c:v>
                </c:pt>
                <c:pt idx="7">
                  <c:v>Mfumu Nsuka 1</c:v>
                </c:pt>
                <c:pt idx="8">
                  <c:v>Mfumu Nsuka 2</c:v>
                </c:pt>
                <c:pt idx="9">
                  <c:v>Nzuzi Wa Mbombo</c:v>
                </c:pt>
                <c:pt idx="10">
                  <c:v>Sans Fils</c:v>
                </c:pt>
                <c:pt idx="11">
                  <c:v>Tshiangu</c:v>
                </c:pt>
                <c:pt idx="12">
                  <c:v>Télévision</c:v>
                </c:pt>
                <c:pt idx="13">
                  <c:v>Congo</c:v>
                </c:pt>
                <c:pt idx="14">
                  <c:v>Kasai</c:v>
                </c:pt>
                <c:pt idx="15">
                  <c:v>Kivu</c:v>
                </c:pt>
                <c:pt idx="16">
                  <c:v>Lokari</c:v>
                </c:pt>
                <c:pt idx="17">
                  <c:v>Lubamba</c:v>
                </c:pt>
                <c:pt idx="18">
                  <c:v>Mafuta Kizola</c:v>
                </c:pt>
                <c:pt idx="19">
                  <c:v>Mandiangu</c:v>
                </c:pt>
                <c:pt idx="20">
                  <c:v>Mapela</c:v>
                </c:pt>
                <c:pt idx="21">
                  <c:v>Matadi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4.4</c:v>
                </c:pt>
                <c:pt idx="1">
                  <c:v>6.8</c:v>
                </c:pt>
                <c:pt idx="2">
                  <c:v>11.2</c:v>
                </c:pt>
                <c:pt idx="3">
                  <c:v>34.7</c:v>
                </c:pt>
                <c:pt idx="4">
                  <c:v>1.9</c:v>
                </c:pt>
                <c:pt idx="5">
                  <c:v>9.9</c:v>
                </c:pt>
                <c:pt idx="6">
                  <c:v>14.6</c:v>
                </c:pt>
                <c:pt idx="7">
                  <c:v>7.2</c:v>
                </c:pt>
                <c:pt idx="8">
                  <c:v>-46.4</c:v>
                </c:pt>
                <c:pt idx="9">
                  <c:v>9.5</c:v>
                </c:pt>
                <c:pt idx="10">
                  <c:v>12.5</c:v>
                </c:pt>
                <c:pt idx="11">
                  <c:v>15.8</c:v>
                </c:pt>
                <c:pt idx="12">
                  <c:v>12.1</c:v>
                </c:pt>
                <c:pt idx="13">
                  <c:v>27.8</c:v>
                </c:pt>
                <c:pt idx="14">
                  <c:v>14.2</c:v>
                </c:pt>
                <c:pt idx="15">
                  <c:v>10.9</c:v>
                </c:pt>
                <c:pt idx="16">
                  <c:v>19.2</c:v>
                </c:pt>
                <c:pt idx="17">
                  <c:v>30.5</c:v>
                </c:pt>
                <c:pt idx="18">
                  <c:v>13.7</c:v>
                </c:pt>
                <c:pt idx="19">
                  <c:v>10.4</c:v>
                </c:pt>
                <c:pt idx="20">
                  <c:v>26.0</c:v>
                </c:pt>
                <c:pt idx="21">
                  <c:v>37.1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Pelende</c:v>
                </c:pt>
                <c:pt idx="1">
                  <c:v>Tshuenge</c:v>
                </c:pt>
                <c:pt idx="2">
                  <c:v>Quartier 1</c:v>
                </c:pt>
                <c:pt idx="3">
                  <c:v>Quartier 10</c:v>
                </c:pt>
                <c:pt idx="4">
                  <c:v>Quartier 11</c:v>
                </c:pt>
                <c:pt idx="5">
                  <c:v>Quartier 12</c:v>
                </c:pt>
                <c:pt idx="6">
                  <c:v>Quartier 13 A</c:v>
                </c:pt>
                <c:pt idx="7">
                  <c:v>Quartier 13 B</c:v>
                </c:pt>
                <c:pt idx="8">
                  <c:v>Quartier 2</c:v>
                </c:pt>
                <c:pt idx="9">
                  <c:v>Quartier 3</c:v>
                </c:pt>
                <c:pt idx="10">
                  <c:v>Quartier 4</c:v>
                </c:pt>
                <c:pt idx="11">
                  <c:v>Quartier 5</c:v>
                </c:pt>
                <c:pt idx="12">
                  <c:v>Quartier 6</c:v>
                </c:pt>
                <c:pt idx="13">
                  <c:v>Quartier 7</c:v>
                </c:pt>
                <c:pt idx="14">
                  <c:v>Quartier 8</c:v>
                </c:pt>
                <c:pt idx="15">
                  <c:v>Quartier 9</c:v>
                </c:pt>
                <c:pt idx="16">
                  <c:v>Badara</c:v>
                </c:pt>
                <c:pt idx="17">
                  <c:v>Bahumbu 1</c:v>
                </c:pt>
                <c:pt idx="18">
                  <c:v>Bahumbu 2</c:v>
                </c:pt>
                <c:pt idx="19">
                  <c:v>Bibwa</c:v>
                </c:pt>
                <c:pt idx="20">
                  <c:v>Buma</c:v>
                </c:pt>
                <c:pt idx="21">
                  <c:v>Dingidingi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2.4</c:v>
                </c:pt>
                <c:pt idx="1">
                  <c:v>-2.7</c:v>
                </c:pt>
                <c:pt idx="2">
                  <c:v>11.4</c:v>
                </c:pt>
                <c:pt idx="3">
                  <c:v>5.8</c:v>
                </c:pt>
                <c:pt idx="4">
                  <c:v>-4.1</c:v>
                </c:pt>
                <c:pt idx="5">
                  <c:v>-14.6</c:v>
                </c:pt>
                <c:pt idx="6">
                  <c:v>10.6</c:v>
                </c:pt>
                <c:pt idx="7">
                  <c:v>11.2</c:v>
                </c:pt>
                <c:pt idx="8">
                  <c:v>17.2</c:v>
                </c:pt>
                <c:pt idx="9">
                  <c:v>-1.0</c:v>
                </c:pt>
                <c:pt idx="10">
                  <c:v>0</c:v>
                </c:pt>
                <c:pt idx="11">
                  <c:v>12.1</c:v>
                </c:pt>
                <c:pt idx="12">
                  <c:v>2.6</c:v>
                </c:pt>
                <c:pt idx="13">
                  <c:v>18.4</c:v>
                </c:pt>
                <c:pt idx="14">
                  <c:v>12.9</c:v>
                </c:pt>
                <c:pt idx="15">
                  <c:v>13.1</c:v>
                </c:pt>
                <c:pt idx="16">
                  <c:v>3.4</c:v>
                </c:pt>
                <c:pt idx="17">
                  <c:v>12.1</c:v>
                </c:pt>
                <c:pt idx="18">
                  <c:v>1.7</c:v>
                </c:pt>
                <c:pt idx="19">
                  <c:v>2.0</c:v>
                </c:pt>
                <c:pt idx="20">
                  <c:v>4.7</c:v>
                </c:pt>
                <c:pt idx="21">
                  <c:v>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Sheet1!$A$2:$A$23</c:f>
              <c:strCache>
                <c:ptCount val="22"/>
                <c:pt idx="0">
                  <c:v>Pelende</c:v>
                </c:pt>
                <c:pt idx="1">
                  <c:v>Tshuenge</c:v>
                </c:pt>
                <c:pt idx="2">
                  <c:v>Quartier 1</c:v>
                </c:pt>
                <c:pt idx="3">
                  <c:v>Quartier 10</c:v>
                </c:pt>
                <c:pt idx="4">
                  <c:v>Quartier 11</c:v>
                </c:pt>
                <c:pt idx="5">
                  <c:v>Quartier 12</c:v>
                </c:pt>
                <c:pt idx="6">
                  <c:v>Quartier 13 A</c:v>
                </c:pt>
                <c:pt idx="7">
                  <c:v>Quartier 13 B</c:v>
                </c:pt>
                <c:pt idx="8">
                  <c:v>Quartier 2</c:v>
                </c:pt>
                <c:pt idx="9">
                  <c:v>Quartier 3</c:v>
                </c:pt>
                <c:pt idx="10">
                  <c:v>Quartier 4</c:v>
                </c:pt>
                <c:pt idx="11">
                  <c:v>Quartier 5</c:v>
                </c:pt>
                <c:pt idx="12">
                  <c:v>Quartier 6</c:v>
                </c:pt>
                <c:pt idx="13">
                  <c:v>Quartier 7</c:v>
                </c:pt>
                <c:pt idx="14">
                  <c:v>Quartier 8</c:v>
                </c:pt>
                <c:pt idx="15">
                  <c:v>Quartier 9</c:v>
                </c:pt>
                <c:pt idx="16">
                  <c:v>Badara</c:v>
                </c:pt>
                <c:pt idx="17">
                  <c:v>Bahumbu 1</c:v>
                </c:pt>
                <c:pt idx="18">
                  <c:v>Bahumbu 2</c:v>
                </c:pt>
                <c:pt idx="19">
                  <c:v>Bibwa</c:v>
                </c:pt>
                <c:pt idx="20">
                  <c:v>Buma</c:v>
                </c:pt>
                <c:pt idx="21">
                  <c:v>Dingidingi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10.2</c:v>
                </c:pt>
                <c:pt idx="1">
                  <c:v>12.2</c:v>
                </c:pt>
                <c:pt idx="2">
                  <c:v>-4.9</c:v>
                </c:pt>
                <c:pt idx="3">
                  <c:v>46.2</c:v>
                </c:pt>
                <c:pt idx="4">
                  <c:v>-6.9</c:v>
                </c:pt>
                <c:pt idx="5">
                  <c:v>-92.9</c:v>
                </c:pt>
                <c:pt idx="6">
                  <c:v>-14.8</c:v>
                </c:pt>
                <c:pt idx="7">
                  <c:v>20.9</c:v>
                </c:pt>
                <c:pt idx="8">
                  <c:v>7.4</c:v>
                </c:pt>
                <c:pt idx="9">
                  <c:v>14.9</c:v>
                </c:pt>
                <c:pt idx="10">
                  <c:v>30.1</c:v>
                </c:pt>
                <c:pt idx="11">
                  <c:v>28.1</c:v>
                </c:pt>
                <c:pt idx="12">
                  <c:v>37.9</c:v>
                </c:pt>
                <c:pt idx="13">
                  <c:v>14.0</c:v>
                </c:pt>
                <c:pt idx="14">
                  <c:v>33.9</c:v>
                </c:pt>
                <c:pt idx="15">
                  <c:v>-4.1</c:v>
                </c:pt>
                <c:pt idx="16">
                  <c:v>9.3</c:v>
                </c:pt>
                <c:pt idx="17">
                  <c:v>32.1</c:v>
                </c:pt>
                <c:pt idx="18">
                  <c:v>14.2</c:v>
                </c:pt>
                <c:pt idx="19">
                  <c:v>10.4</c:v>
                </c:pt>
                <c:pt idx="20">
                  <c:v>-2.1</c:v>
                </c:pt>
                <c:pt idx="2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Fleuve</c:v>
                </c:pt>
                <c:pt idx="1">
                  <c:v>Kindobo</c:v>
                </c:pt>
                <c:pt idx="2">
                  <c:v>Mikala</c:v>
                </c:pt>
                <c:pt idx="3">
                  <c:v>Mikondo (Nsele)</c:v>
                </c:pt>
                <c:pt idx="4">
                  <c:v>Mikonga</c:v>
                </c:pt>
                <c:pt idx="5">
                  <c:v>Mpasa 1</c:v>
                </c:pt>
                <c:pt idx="6">
                  <c:v>Mpasa 2</c:v>
                </c:pt>
                <c:pt idx="7">
                  <c:v>Nsele</c:v>
                </c:pt>
                <c:pt idx="8">
                  <c:v>Pecheur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7.5</c:v>
                </c:pt>
                <c:pt idx="1">
                  <c:v>4.8</c:v>
                </c:pt>
                <c:pt idx="2">
                  <c:v>2.1</c:v>
                </c:pt>
                <c:pt idx="3">
                  <c:v>4.8</c:v>
                </c:pt>
                <c:pt idx="4">
                  <c:v>2.9</c:v>
                </c:pt>
                <c:pt idx="5">
                  <c:v>2.2</c:v>
                </c:pt>
                <c:pt idx="6">
                  <c:v>2.1</c:v>
                </c:pt>
                <c:pt idx="7">
                  <c:v>6.6</c:v>
                </c:pt>
                <c:pt idx="8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Fleuve</c:v>
                </c:pt>
                <c:pt idx="1">
                  <c:v>Kindobo</c:v>
                </c:pt>
                <c:pt idx="2">
                  <c:v>Mikala</c:v>
                </c:pt>
                <c:pt idx="3">
                  <c:v>Mikondo (Nsele)</c:v>
                </c:pt>
                <c:pt idx="4">
                  <c:v>Mikonga</c:v>
                </c:pt>
                <c:pt idx="5">
                  <c:v>Mpasa 1</c:v>
                </c:pt>
                <c:pt idx="6">
                  <c:v>Mpasa 2</c:v>
                </c:pt>
                <c:pt idx="7">
                  <c:v>Nsele</c:v>
                </c:pt>
                <c:pt idx="8">
                  <c:v>Pecheur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7.4</c:v>
                </c:pt>
                <c:pt idx="1">
                  <c:v>10.0</c:v>
                </c:pt>
                <c:pt idx="2">
                  <c:v>43.5</c:v>
                </c:pt>
                <c:pt idx="3">
                  <c:v>26.0</c:v>
                </c:pt>
                <c:pt idx="4">
                  <c:v>27.9</c:v>
                </c:pt>
                <c:pt idx="5">
                  <c:v>32.1</c:v>
                </c:pt>
                <c:pt idx="6">
                  <c:v>62.3</c:v>
                </c:pt>
                <c:pt idx="7">
                  <c:v>35.6</c:v>
                </c:pt>
                <c:pt idx="8">
                  <c:v>25.5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fr-F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e de titre">
  <p:cSld name="Diapositive de titr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9"/>
          <p:cNvSpPr txBox="1"/>
          <p:nvPr>
            <p:ph type="ctrTitle"/>
          </p:nvPr>
        </p:nvSpPr>
        <p:spPr>
          <a:xfrm>
            <a:off x="3385429" y="3768778"/>
            <a:ext cx="8572500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4E79"/>
              </a:buClr>
              <a:buSzPts val="4800"/>
              <a:buFont typeface="Arimo"/>
              <a:buNone/>
              <a:defRPr sz="4800">
                <a:solidFill>
                  <a:srgbClr val="1E4E7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21" name="Google Shape;2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3810" y="0"/>
            <a:ext cx="12215810" cy="3717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contenu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ison" type="twoTxTwoObj">
  <p:cSld name="TWO_OBJECTS_WITH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" name="Google Shape;29;p3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3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3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de section" type="secHead">
  <p:cSld name="SECTION_HEADER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mo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6" name="Google Shape;36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ux contenu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seul" type="titleOnly">
  <p:cSld name="TITLE_ONLY">
    <p:bg>
      <p:bgPr>
        <a:gradFill>
          <a:gsLst>
            <a:gs pos="0">
              <a:srgbClr val="DDEAF6"/>
            </a:gs>
            <a:gs pos="14276">
              <a:srgbClr val="F1F7FC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 avec légende" type="objTx">
  <p:cSld name="OBJECT_WITH_CAPTIO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3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1" name="Google Shape;51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avec légende" type="picTx">
  <p:cSld name="PICTURE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3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3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6" name="Google Shape;56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texte vertical" type="vertTx">
  <p:cSld name="VERTICAL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8"/>
          <p:cNvSpPr txBox="1"/>
          <p:nvPr>
            <p:ph idx="1" type="body"/>
          </p:nvPr>
        </p:nvSpPr>
        <p:spPr>
          <a:xfrm rot="5400000">
            <a:off x="3920331" y="-12819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vertical et texte" type="vertTitleAndTx">
  <p:cSld name="VERTICAL_TITLE_AND_VERTICAL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3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DEAF6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0" i="0" sz="4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8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2" name="Google Shape;12;p28"/>
          <p:cNvSpPr txBox="1"/>
          <p:nvPr>
            <p:ph idx="10" type="dt"/>
          </p:nvPr>
        </p:nvSpPr>
        <p:spPr>
          <a:xfrm>
            <a:off x="6045198" y="6356350"/>
            <a:ext cx="2489201" cy="365125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3" name="Google Shape;13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cxnSp>
        <p:nvCxnSpPr>
          <p:cNvPr id="14" name="Google Shape;14;p28"/>
          <p:cNvCxnSpPr/>
          <p:nvPr/>
        </p:nvCxnSpPr>
        <p:spPr>
          <a:xfrm rot="10800000">
            <a:off x="406399" y="1354138"/>
            <a:ext cx="11556998" cy="0"/>
          </a:xfrm>
          <a:prstGeom prst="straightConnector1">
            <a:avLst/>
          </a:prstGeom>
          <a:noFill/>
          <a:ln cap="flat" cmpd="sng" w="28575">
            <a:solidFill>
              <a:srgbClr val="00499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" name="Google Shape;15;p28"/>
          <p:cNvCxnSpPr/>
          <p:nvPr/>
        </p:nvCxnSpPr>
        <p:spPr>
          <a:xfrm rot="10800000">
            <a:off x="406397" y="6280147"/>
            <a:ext cx="11556999" cy="1"/>
          </a:xfrm>
          <a:prstGeom prst="straightConnector1">
            <a:avLst/>
          </a:prstGeom>
          <a:noFill/>
          <a:ln cap="flat" cmpd="sng" w="9525">
            <a:solidFill>
              <a:srgbClr val="00489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6" name="Google Shape;16;p2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06396" y="6327774"/>
            <a:ext cx="685803" cy="50482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8"/>
          <p:cNvSpPr/>
          <p:nvPr/>
        </p:nvSpPr>
        <p:spPr>
          <a:xfrm>
            <a:off x="1130300" y="6311900"/>
            <a:ext cx="4483100" cy="5207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42719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Libre Franklin"/>
              <a:buNone/>
            </a:pPr>
            <a:r>
              <a:rPr b="0" i="0" lang="fr-FR" sz="1800" u="none" cap="none" strike="noStrike">
                <a:solidFill>
                  <a:srgbClr val="2F5496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Vacciner c’est aimer, vacciner c’est protéger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>
            <p:ph type="ctrTitle"/>
          </p:nvPr>
        </p:nvSpPr>
        <p:spPr>
          <a:xfrm>
            <a:off x="0" y="3768778"/>
            <a:ext cx="11957929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CC"/>
              </a:buClr>
              <a:buSzPts val="4000"/>
              <a:buFont typeface="Arial Black"/>
              <a:buNone/>
            </a:pPr>
            <a:br>
              <a:rPr b="1" lang="fr-FR" sz="40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</a:br>
            <a:r>
              <a:rPr lang="fr-FR"/>
              <a:t> </a:t>
            </a:r>
            <a:br>
              <a:rPr b="1" lang="fr-FR" sz="2400">
                <a:solidFill>
                  <a:srgbClr val="002060"/>
                </a:solidFill>
              </a:rPr>
            </a:br>
            <a:r>
              <a:rPr b="1" lang="fr-FR" sz="24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endParaRPr sz="2400"/>
          </a:p>
        </p:txBody>
      </p:sp>
      <p:sp>
        <p:nvSpPr>
          <p:cNvPr id="70" name="Google Shape;70;p1"/>
          <p:cNvSpPr txBox="1"/>
          <p:nvPr/>
        </p:nvSpPr>
        <p:spPr>
          <a:xfrm>
            <a:off x="2392472" y="3823839"/>
            <a:ext cx="7766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</a:t>
            </a:r>
            <a:r>
              <a:rPr b="1" i="0" lang="fr-FR" sz="31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FORMATIVE PEV 202</a:t>
            </a:r>
            <a:r>
              <a:rPr b="1" lang="fr-FR" sz="39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263050" y="4572000"/>
            <a:ext cx="1174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PRÉSENTATION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PERFORMANCES 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JANVIER À AVRIL 2026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LA  ZONE DE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SANTÉ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DE:      </a:t>
            </a:r>
            <a:r>
              <a:rPr b="1" i="0" lang="fr-FR" sz="2000" u="none" cap="none" strike="noStrike">
                <a:solidFill>
                  <a:srgbClr val="FF000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</a:t>
            </a:r>
            <a:endParaRPr/>
          </a:p>
        </p:txBody>
      </p:sp>
      <p:sp>
        <p:nvSpPr>
          <p:cNvPr id="72" name="Google Shape;72;p1"/>
          <p:cNvSpPr txBox="1"/>
          <p:nvPr/>
        </p:nvSpPr>
        <p:spPr>
          <a:xfrm>
            <a:off x="3767534" y="5423798"/>
            <a:ext cx="412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PRÉSENTÉE</a:t>
            </a: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PAR :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"/>
          <p:cNvSpPr txBox="1"/>
          <p:nvPr>
            <p:ph type="title"/>
          </p:nvPr>
        </p:nvSpPr>
        <p:spPr>
          <a:xfrm>
            <a:off x="192088" y="115888"/>
            <a:ext cx="11736387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6000"/>
              <a:buFont typeface="Times New Roman"/>
              <a:buNone/>
            </a:pPr>
            <a:r>
              <a:rPr b="1" lang="fr-FR" sz="48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Plan de présentation</a:t>
            </a:r>
            <a:endParaRPr sz="48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2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54483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Informations générales.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Objectifs 2026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Résultats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processus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Couverture (Performances Janvier - Avril 2026)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Leçons apprises et bonnes pratiques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FFOM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causale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7035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7150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Carte postale de la zone de santé.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85090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300"/>
              <a:buFont typeface="Times New Roman"/>
              <a:buAutoNum type="romanUcPeriod"/>
            </a:pPr>
            <a:r>
              <a:rPr b="1" i="0" lang="fr-FR" sz="43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3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4" name="Google Shape;94;p4"/>
          <p:cNvGraphicFramePr/>
          <p:nvPr/>
        </p:nvGraphicFramePr>
        <p:xfrm>
          <a:off x="228598" y="9571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40175"/>
                <a:gridCol w="6109850"/>
              </a:tblGrid>
              <a:tr h="384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Zone de Santé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Superficie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totale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0-11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12-23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24-59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spéciale (Accès difficile, Campements, ilots, ….)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opérationnels en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2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1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Poids démographique des AS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2" name="Google Shape;102;p5"/>
          <p:cNvGraphicFramePr/>
          <p:nvPr/>
        </p:nvGraphicFramePr>
        <p:xfrm>
          <a:off x="266007" y="150757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02775"/>
                <a:gridCol w="6109850"/>
              </a:tblGrid>
              <a:tr h="425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fonctionnels  solaire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non fonctionnels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planifiées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fonctionnelles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planifiés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Moyens roulants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>
            <p:ph type="title"/>
          </p:nvPr>
        </p:nvSpPr>
        <p:spPr>
          <a:xfrm>
            <a:off x="326003" y="365125"/>
            <a:ext cx="11712272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b="1" lang="fr-FR" sz="31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Cartographie des partenaires techniques et financiers en appui</a:t>
            </a:r>
            <a:br>
              <a:rPr lang="fr-FR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326003" y="138675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{248DD74A-A1A7-4777-8AA3-1E47BC875A0D}</a:tableStyleId>
              </a:tblPr>
              <a:tblGrid>
                <a:gridCol w="884125"/>
                <a:gridCol w="3006200"/>
                <a:gridCol w="2628225"/>
                <a:gridCol w="2781300"/>
                <a:gridCol w="2324950"/>
              </a:tblGrid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 u="none" cap="none" strike="noStrike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N°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PTF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Type d’intervention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Partielle/Globale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Observation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713984" y="338203"/>
            <a:ext cx="10639816" cy="8936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4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II. Objectifs  ZS en 2025</a:t>
            </a:r>
            <a:endParaRPr/>
          </a:p>
        </p:txBody>
      </p:sp>
      <p:sp>
        <p:nvSpPr>
          <p:cNvPr id="114" name="Google Shape;114;p7"/>
          <p:cNvSpPr txBox="1"/>
          <p:nvPr>
            <p:ph idx="1" type="body"/>
          </p:nvPr>
        </p:nvSpPr>
        <p:spPr>
          <a:xfrm>
            <a:off x="413359" y="1615858"/>
            <a:ext cx="10940441" cy="45357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II.1. Objectifs de processus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II.2. Objectifs de Couverture Vaccinale et réduction du taux de perte par antigène.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"/>
          <p:cNvSpPr txBox="1"/>
          <p:nvPr>
            <p:ph type="title"/>
          </p:nvPr>
        </p:nvSpPr>
        <p:spPr>
          <a:xfrm>
            <a:off x="690825" y="307775"/>
            <a:ext cx="102615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</a:t>
            </a: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aphicFrame>
        <p:nvGraphicFramePr>
          <p:cNvPr id="120" name="Google Shape;120;p8"/>
          <p:cNvGraphicFramePr/>
          <p:nvPr/>
        </p:nvGraphicFramePr>
        <p:xfrm>
          <a:off x="465549" y="13745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</a:t>
                      </a: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5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planifiées (PAO 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0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réalisées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9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personnel formés en gestion technique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allouées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reçues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utilisées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justifiés (Avances ouvertes)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III. 1. Résultats de processus </a:t>
            </a:r>
            <a:endParaRPr/>
          </a:p>
        </p:txBody>
      </p:sp>
      <p:graphicFrame>
        <p:nvGraphicFramePr>
          <p:cNvPr id="126" name="Google Shape;126;p9"/>
          <p:cNvGraphicFramePr/>
          <p:nvPr/>
        </p:nvGraphicFramePr>
        <p:xfrm>
          <a:off x="463462" y="138284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1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BCZS vers les AS (réalisées sur prévues)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620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du BCZS vers les AS ayant intégrées PEV et Surveillance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</a:t>
                      </a:r>
                      <a:r>
                        <a:rPr lang="fr-FR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supervisions</a:t>
                      </a: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reçues de l’antenne / coordination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BCZS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CS(réalisées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 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32" name="Google Shape;132;p10"/>
          <p:cNvGraphicFramePr/>
          <p:nvPr/>
        </p:nvGraphicFramePr>
        <p:xfrm>
          <a:off x="438411" y="14024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081575"/>
                <a:gridCol w="2376725"/>
                <a:gridCol w="2376725"/>
              </a:tblGrid>
              <a:tr h="4995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 avec stratégie avancées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113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stratégie mobile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fixe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5712 / 5424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6491 / 6298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avancée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2199 / 1922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2100 / 1968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mobile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77 / 76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125 / 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1"/>
          <p:cNvSpPr txBox="1"/>
          <p:nvPr>
            <p:ph type="title"/>
          </p:nvPr>
        </p:nvSpPr>
        <p:spPr>
          <a:xfrm>
            <a:off x="339150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7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 - Avril 2026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11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188595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Complétude et Promptitude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Couvertures vaccinales AS/ZS par antigène.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Proportion des AS avec au moins 80% dans tous les antigènes.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Nombres enfants ZD et SV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catégorisation AS/ZS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disponibilité des intrants par AS (BCG, DTC, VAR, VPO)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perte par AS et Antigène tracer: VPO, DTC, VAR, VAA et Td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Disponibilité des outils de rapportage des données (Registre de vacc, carte CPS, Canevas SNIS, fiche de pointage, Jeton de récupération, 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/>
          <p:nvPr>
            <p:ph type="title"/>
          </p:nvPr>
        </p:nvSpPr>
        <p:spPr>
          <a:xfrm>
            <a:off x="451375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8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- Avril 2026</a:t>
            </a:r>
            <a:endParaRPr sz="38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12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34950" lvl="1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lang="fr-FR" sz="2500">
                <a:latin typeface="Times New Roman"/>
                <a:ea typeface="Times New Roman"/>
                <a:cs typeface="Times New Roman"/>
                <a:sym typeface="Times New Roman"/>
              </a:rPr>
              <a:t>Performance communication:</a:t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Nombres enfants identifiés et récupérés (DHIS2)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BCG/VAR-RR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DTC1/DTC3 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4572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CONCERNE PROVINCES AVEC FINANCEMENT FAE: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TSHOPO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TSHUAPA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MAINDOMBE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KASAI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HAUT KATANGA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MONGALA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5" name="Google Shape;155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6" name="Google Shape;156;p1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7" name="Google Shape;157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8" name="Google Shape;158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9" name="Google Shape;159;p14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obtenus de septembre 2023 à septembre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60" name="Google Shape;160;p14"/>
          <p:cNvGraphicFramePr/>
          <p:nvPr/>
        </p:nvGraphicFramePr>
        <p:xfrm>
          <a:off x="315687" y="17069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069925"/>
                <a:gridCol w="1816900"/>
                <a:gridCol w="1190375"/>
                <a:gridCol w="1399225"/>
                <a:gridCol w="1399225"/>
                <a:gridCol w="1399225"/>
                <a:gridCol w="1190375"/>
              </a:tblGrid>
              <a:tr h="518400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Stratégies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 ZS mettant en œuvre la stratégie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 d'AS mettant en œuvre la stratégie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d'enfants vaccinés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6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Septembre à décembre 2023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</a:t>
                      </a:r>
                      <a:r>
                        <a:rPr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Décembre </a:t>
                      </a: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fr-FR" sz="17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Décembre 2025</a:t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Fixe/horaire adapté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Avancée/cartographie des ZS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Porte à porte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Point de concentration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Vaccination à tout contact pour la réduction des OVM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Autres à préciser (Initiatives locales de récupération des EZD et SV)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2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6" name="Google Shape;166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7" name="Google Shape;167;p1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8" name="Google Shape;168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70" name="Google Shape;170;p15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: identification / récupération des ZD et SV de septembre 2023 à décembre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1" name="Google Shape;171;p15"/>
          <p:cNvGraphicFramePr/>
          <p:nvPr/>
        </p:nvGraphicFramePr>
        <p:xfrm>
          <a:off x="259884" y="16227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96525"/>
                <a:gridCol w="3046450"/>
                <a:gridCol w="1212875"/>
                <a:gridCol w="1271550"/>
                <a:gridCol w="1173750"/>
                <a:gridCol w="1017250"/>
                <a:gridCol w="1017250"/>
                <a:gridCol w="1017250"/>
                <a:gridCol w="1017250"/>
                <a:gridCol w="674900"/>
              </a:tblGrid>
              <a:tr h="282525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 de la Zone de santé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Identification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Récupération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</a:tr>
              <a:tr h="9687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ZD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SV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ZD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SV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6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7" name="Google Shape;177;p16"/>
          <p:cNvGraphicFramePr/>
          <p:nvPr/>
        </p:nvGraphicFramePr>
        <p:xfrm>
          <a:off x="179388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60505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visites des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sites par priorité pour la surveillance PFA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(THP, HP,MP,FP)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THP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83" name="Google Shape;183;p17"/>
          <p:cNvGraphicFramePr/>
          <p:nvPr/>
        </p:nvGraphicFramePr>
        <p:xfrm>
          <a:off x="286247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49820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Actualisation  de la classification des sites par priorité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notifiés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prélevés dans les 14 jrs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investigués dans les 48 h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de Cvdpv</a:t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526093" y="277443"/>
            <a:ext cx="10827707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4.11. Surveillance rougeole</a:t>
            </a:r>
            <a:endParaRPr/>
          </a:p>
        </p:txBody>
      </p:sp>
      <p:graphicFrame>
        <p:nvGraphicFramePr>
          <p:cNvPr id="189" name="Google Shape;189;p18"/>
          <p:cNvGraphicFramePr/>
          <p:nvPr/>
        </p:nvGraphicFramePr>
        <p:xfrm>
          <a:off x="206374" y="14843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388350"/>
                <a:gridCol w="1055775"/>
                <a:gridCol w="1055775"/>
                <a:gridCol w="1121775"/>
                <a:gridCol w="1121775"/>
              </a:tblGrid>
              <a:tr h="5817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i="0" lang="fr-FR" sz="2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765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épidémies notifiées dans le délai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4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Epidémies avec riposte/prise en charge</a:t>
                      </a:r>
                      <a:endParaRPr i="0" sz="19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TNN</a:t>
            </a:r>
            <a:endParaRPr/>
          </a:p>
        </p:txBody>
      </p:sp>
      <p:graphicFrame>
        <p:nvGraphicFramePr>
          <p:cNvPr id="195" name="Google Shape;195;p19"/>
          <p:cNvGraphicFramePr/>
          <p:nvPr/>
        </p:nvGraphicFramePr>
        <p:xfrm>
          <a:off x="0" y="14535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75400"/>
                <a:gridCol w="1397000"/>
                <a:gridCol w="1307475"/>
                <a:gridCol w="1418600"/>
                <a:gridCol w="1306825"/>
              </a:tblGrid>
              <a:tr h="4908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i="0" lang="fr-FR" sz="3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00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1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avec riposte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0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FJ</a:t>
            </a:r>
            <a:endParaRPr/>
          </a:p>
        </p:txBody>
      </p:sp>
      <p:graphicFrame>
        <p:nvGraphicFramePr>
          <p:cNvPr id="201" name="Google Shape;201;p20"/>
          <p:cNvGraphicFramePr/>
          <p:nvPr/>
        </p:nvGraphicFramePr>
        <p:xfrm>
          <a:off x="400685" y="12998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{E2C20AF3-28AD-4B50-9251-37FC827B966A}</a:tableStyleId>
              </a:tblPr>
              <a:tblGrid>
                <a:gridCol w="6868150"/>
                <a:gridCol w="1294775"/>
                <a:gridCol w="1294125"/>
                <a:gridCol w="1293500"/>
                <a:gridCol w="1040775"/>
              </a:tblGrid>
              <a:tr h="4768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Libre Franklin"/>
                        <a:buNone/>
                      </a:pPr>
                      <a:r>
                        <a:rPr lang="fr-FR" sz="3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i="0" sz="3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9683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78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983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21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1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Leçons apprises et bonnes pratiques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7" name="Google Shape;207;p21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ANALYSE FFOM par composante ACZ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22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Analyses causales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24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5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1" name="Google Shape;231;p25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7" name="Google Shape;237;p26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"/>
          <p:cNvSpPr txBox="1"/>
          <p:nvPr>
            <p:ph type="title"/>
          </p:nvPr>
        </p:nvSpPr>
        <p:spPr>
          <a:xfrm rot="-1997459">
            <a:off x="1531057" y="3042541"/>
            <a:ext cx="6581775" cy="1632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2420"/>
              <a:buFont typeface="Arimo"/>
              <a:buNone/>
            </a:pPr>
            <a:r>
              <a:rPr b="1" lang="fr-FR" sz="1222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MERCI !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Zone de Santé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(1/6)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(2/6)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(3/6)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(4/6)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(5/6)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(6/6)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ZS — tous antigènes (%)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276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(1/5)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1480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(2/5)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3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(3/5)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3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(4/5)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3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(5/5)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86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165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87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(1/6)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(2/6)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(3/6)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(4/6)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(5/6)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(6/6)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307798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98.5%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108.7%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110.8%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101.1%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(1/5)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95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90.1%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76.4%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-8.4%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108.4%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116.8%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136.3%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169.9%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(2/5)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134.3%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87.9%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82.1%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90.7%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120.1%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130.1%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122.4%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(3/5)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-8.6%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140.4%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136.1%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-0.5%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(4/5)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-14.6%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167.9%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59.6%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89.5%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79.8%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(5/5)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252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ZS (BCG, DTC, VAR, VPO)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327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95.1%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96.1%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96.4%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95.8%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73.7%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79.3%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81.0%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77.6%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(1/5)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95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(2/5)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(3/5)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(4/5)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(5/5)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252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ZS et antigène traceur (VPO, DTC, VAR, VAA, Td)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327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8.3%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(1/5)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95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29.4%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(2/5)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39.2%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28.6%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(3/5)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28.9%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29.7%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33.8%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29.3%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19.1%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(4/5)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(5/5)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252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327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6398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5390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1058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984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1486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1131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209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195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1245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1221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612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402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66%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588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340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58%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632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621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312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277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(1/5)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95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6398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5390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(2/5)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273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(3/5)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(4/5)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(5/5)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252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01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(1/6)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(2/6)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(3/6)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(4/6)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(5/6)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(6/6)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ésentation révue annuelle PEV 2017_Ir David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2017-11-22T23:57:00Z</dcterms:created>
  <dc:creator>David OLELA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CE351DEDF0EC43A685784B40C14E27B8_13</vt:lpwstr>
  </property>
  <property fmtid="{D5CDD505-2E9C-101B-9397-08002B2CF9AE}" pid="3" name="KSOProductBuildVer">
    <vt:lpwstr>3084-12.2.0.23196</vt:lpwstr>
  </property>
</Properties>
</file>